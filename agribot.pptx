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IN" sz="4400" b="0" strike="noStrike" spc="-1">
                <a:solidFill>
                  <a:srgbClr val="000000"/>
                </a:solidFill>
                <a:latin typeface="Arial"/>
              </a:rPr>
              <a:t>Click to move the slide</a:t>
            </a:r>
          </a:p>
        </p:txBody>
      </p:sp>
      <p:sp>
        <p:nvSpPr>
          <p:cNvPr id="4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IN" sz="2000" b="0" strike="noStrike" spc="-1">
                <a:solidFill>
                  <a:srgbClr val="000000"/>
                </a:solidFill>
                <a:latin typeface="Arial"/>
              </a:rPr>
              <a:t>Click to edit the notes format</a:t>
            </a:r>
          </a:p>
        </p:txBody>
      </p:sp>
      <p:sp>
        <p:nvSpPr>
          <p:cNvPr id="4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a:rPr>
              <a:t>&lt;header&gt;</a:t>
            </a:r>
          </a:p>
        </p:txBody>
      </p:sp>
      <p:sp>
        <p:nvSpPr>
          <p:cNvPr id="46" name="PlaceHolder 4"/>
          <p:cNvSpPr>
            <a:spLocks noGrp="1"/>
          </p:cNvSpPr>
          <p:nvPr>
            <p:ph type="dt" idx="4"/>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a:defRPr>
            </a:lvl1pPr>
          </a:lstStyle>
          <a:p>
            <a:pPr indent="0" algn="r">
              <a:buNone/>
            </a:pPr>
            <a:r>
              <a:rPr lang="en-IN" sz="1400" b="0" strike="noStrike" spc="-1">
                <a:solidFill>
                  <a:srgbClr val="000000"/>
                </a:solidFill>
                <a:latin typeface="Times New Roman"/>
              </a:rPr>
              <a:t>&lt;date/time&gt;</a:t>
            </a:r>
          </a:p>
        </p:txBody>
      </p:sp>
      <p:sp>
        <p:nvSpPr>
          <p:cNvPr id="47"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&lt;footer&gt;</a:t>
            </a:r>
          </a:p>
        </p:txBody>
      </p:sp>
      <p:sp>
        <p:nvSpPr>
          <p:cNvPr id="48"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a:defRPr>
            </a:lvl1pPr>
          </a:lstStyle>
          <a:p>
            <a:pPr indent="0" algn="r">
              <a:buNone/>
            </a:pPr>
            <a:fld id="{92924BE1-9D5E-45A2-A567-8DDC1A3B97F6}" type="slidenum">
              <a:rPr lang="en-IN" sz="1400" b="0" strike="noStrike" spc="-1">
                <a:solidFill>
                  <a:srgbClr val="000000"/>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noRot="1" noChangeAspect="1"/>
          </p:cNvSpPr>
          <p:nvPr>
            <p:ph type="sldImg"/>
          </p:nvPr>
        </p:nvSpPr>
        <p:spPr>
          <a:xfrm>
            <a:off x="382588" y="685800"/>
            <a:ext cx="6089650" cy="3425825"/>
          </a:xfrm>
          <a:prstGeom prst="rect">
            <a:avLst/>
          </a:prstGeom>
          <a:ln w="0">
            <a:noFill/>
          </a:ln>
        </p:spPr>
      </p:sp>
      <p:sp>
        <p:nvSpPr>
          <p:cNvPr id="123" name="PlaceHolder 2"/>
          <p:cNvSpPr>
            <a:spLocks noGrp="1"/>
          </p:cNvSpPr>
          <p:nvPr>
            <p:ph type="body"/>
          </p:nvPr>
        </p:nvSpPr>
        <p:spPr>
          <a:xfrm>
            <a:off x="685800" y="4343400"/>
            <a:ext cx="5483160" cy="4111560"/>
          </a:xfrm>
          <a:prstGeom prst="rect">
            <a:avLst/>
          </a:prstGeom>
          <a:noFill/>
          <a:ln w="0">
            <a:noFill/>
          </a:ln>
        </p:spPr>
        <p:txBody>
          <a:bodyPr lIns="91440" tIns="45720" rIns="91440" bIns="45720" numCol="1" spcCol="0" anchor="t">
            <a:noAutofit/>
          </a:bodyPr>
          <a:lstStyle/>
          <a:p>
            <a:pPr marL="216000" indent="-216000">
              <a:buNone/>
            </a:pPr>
            <a:endParaRPr lang="en-IN" sz="1800" b="0" strike="noStrike" spc="-1">
              <a:solidFill>
                <a:srgbClr val="000000"/>
              </a:solidFill>
              <a:latin typeface="Arial"/>
            </a:endParaRPr>
          </a:p>
        </p:txBody>
      </p:sp>
      <p:sp>
        <p:nvSpPr>
          <p:cNvPr id="124" name="PlaceHolder 3"/>
          <p:cNvSpPr>
            <a:spLocks noGrp="1"/>
          </p:cNvSpPr>
          <p:nvPr>
            <p:ph type="sldNum" idx="17"/>
          </p:nvPr>
        </p:nvSpPr>
        <p:spPr>
          <a:xfrm>
            <a:off x="3884760" y="8685360"/>
            <a:ext cx="2968560" cy="45396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4EFA79C9-8817-4B19-BD02-CCCE814B87E6}" type="slidenum">
              <a:rPr lang="en-US" sz="1200" b="0" strike="noStrike" spc="-1">
                <a:solidFill>
                  <a:srgbClr val="000000"/>
                </a:solidFill>
                <a:latin typeface="Times New Roman"/>
              </a:rPr>
              <a:t>1</a:t>
            </a:fld>
            <a:endParaRPr lang="en-IN"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noRot="1" noChangeAspect="1"/>
          </p:cNvSpPr>
          <p:nvPr>
            <p:ph type="sldImg"/>
          </p:nvPr>
        </p:nvSpPr>
        <p:spPr>
          <a:xfrm>
            <a:off x="382588" y="685800"/>
            <a:ext cx="6089650" cy="3425825"/>
          </a:xfrm>
          <a:prstGeom prst="rect">
            <a:avLst/>
          </a:prstGeom>
          <a:ln w="0">
            <a:noFill/>
          </a:ln>
        </p:spPr>
      </p:sp>
      <p:sp>
        <p:nvSpPr>
          <p:cNvPr id="126" name="PlaceHolder 2"/>
          <p:cNvSpPr>
            <a:spLocks noGrp="1"/>
          </p:cNvSpPr>
          <p:nvPr>
            <p:ph type="body"/>
          </p:nvPr>
        </p:nvSpPr>
        <p:spPr>
          <a:xfrm>
            <a:off x="685800" y="4343400"/>
            <a:ext cx="5483160" cy="4111560"/>
          </a:xfrm>
          <a:prstGeom prst="rect">
            <a:avLst/>
          </a:prstGeom>
          <a:noFill/>
          <a:ln w="0">
            <a:noFill/>
          </a:ln>
        </p:spPr>
        <p:txBody>
          <a:bodyPr lIns="91440" tIns="45720" rIns="91440" bIns="45720" numCol="1" spcCol="0" anchor="t">
            <a:noAutofit/>
          </a:bodyPr>
          <a:lstStyle/>
          <a:p>
            <a:pPr marL="216000" indent="-216000">
              <a:buNone/>
            </a:pPr>
            <a:endParaRPr lang="en-IN" sz="1800" b="0" strike="noStrike" spc="-1">
              <a:solidFill>
                <a:srgbClr val="000000"/>
              </a:solidFill>
              <a:latin typeface="Arial"/>
            </a:endParaRPr>
          </a:p>
        </p:txBody>
      </p:sp>
      <p:sp>
        <p:nvSpPr>
          <p:cNvPr id="127" name="PlaceHolder 3"/>
          <p:cNvSpPr>
            <a:spLocks noGrp="1"/>
          </p:cNvSpPr>
          <p:nvPr>
            <p:ph type="sldNum" idx="18"/>
          </p:nvPr>
        </p:nvSpPr>
        <p:spPr>
          <a:xfrm>
            <a:off x="3884760" y="8685360"/>
            <a:ext cx="2968560" cy="45396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C6F99BF1-B0AE-434D-83A7-44D58E0029DE}" type="slidenum">
              <a:rPr lang="en-US" sz="1200" b="0" strike="noStrike" spc="-1">
                <a:solidFill>
                  <a:srgbClr val="000000"/>
                </a:solidFill>
                <a:latin typeface="Times New Roman"/>
              </a:rPr>
              <a:t>2</a:t>
            </a:fld>
            <a:endParaRPr lang="en-IN"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noRot="1" noChangeAspect="1"/>
          </p:cNvSpPr>
          <p:nvPr>
            <p:ph type="sldImg"/>
          </p:nvPr>
        </p:nvSpPr>
        <p:spPr>
          <a:xfrm>
            <a:off x="382588" y="685800"/>
            <a:ext cx="6089650" cy="3425825"/>
          </a:xfrm>
          <a:prstGeom prst="rect">
            <a:avLst/>
          </a:prstGeom>
          <a:ln w="0">
            <a:noFill/>
          </a:ln>
        </p:spPr>
      </p:sp>
      <p:sp>
        <p:nvSpPr>
          <p:cNvPr id="129" name="PlaceHolder 2"/>
          <p:cNvSpPr>
            <a:spLocks noGrp="1"/>
          </p:cNvSpPr>
          <p:nvPr>
            <p:ph type="body"/>
          </p:nvPr>
        </p:nvSpPr>
        <p:spPr>
          <a:xfrm>
            <a:off x="685800" y="4343400"/>
            <a:ext cx="5483160" cy="4111560"/>
          </a:xfrm>
          <a:prstGeom prst="rect">
            <a:avLst/>
          </a:prstGeom>
          <a:noFill/>
          <a:ln w="0">
            <a:noFill/>
          </a:ln>
        </p:spPr>
        <p:txBody>
          <a:bodyPr lIns="91440" tIns="45720" rIns="91440" bIns="45720" numCol="1" spcCol="0" anchor="t">
            <a:noAutofit/>
          </a:bodyPr>
          <a:lstStyle/>
          <a:p>
            <a:pPr marL="216000" indent="-216000">
              <a:buNone/>
            </a:pPr>
            <a:endParaRPr lang="en-IN" sz="1800" b="0" strike="noStrike" spc="-1">
              <a:solidFill>
                <a:srgbClr val="000000"/>
              </a:solidFill>
              <a:latin typeface="Arial"/>
            </a:endParaRPr>
          </a:p>
        </p:txBody>
      </p:sp>
      <p:sp>
        <p:nvSpPr>
          <p:cNvPr id="130" name="PlaceHolder 3"/>
          <p:cNvSpPr>
            <a:spLocks noGrp="1"/>
          </p:cNvSpPr>
          <p:nvPr>
            <p:ph type="sldNum" idx="19"/>
          </p:nvPr>
        </p:nvSpPr>
        <p:spPr>
          <a:xfrm>
            <a:off x="3884760" y="8685360"/>
            <a:ext cx="2968560" cy="45396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strike="noStrike" spc="-1">
                <a:solidFill>
                  <a:srgbClr val="000000"/>
                </a:solidFill>
                <a:latin typeface="Calibri"/>
                <a:ea typeface="ＭＳ Ｐゴシック"/>
              </a:defRPr>
            </a:lvl1pPr>
          </a:lstStyle>
          <a:p>
            <a:pPr indent="0" algn="r" defTabSz="457200">
              <a:lnSpc>
                <a:spcPct val="100000"/>
              </a:lnSpc>
              <a:buNone/>
              <a:tabLst>
                <a:tab pos="0" algn="l"/>
              </a:tabLst>
            </a:pPr>
            <a:fld id="{A490DC8A-6522-4723-9707-605BCA8387E5}" type="slidenum">
              <a:rPr lang="en-US" sz="1200" b="0" strike="noStrike" spc="-1">
                <a:solidFill>
                  <a:srgbClr val="000000"/>
                </a:solidFill>
                <a:latin typeface="Calibri"/>
                <a:ea typeface="ＭＳ Ｐゴシック"/>
              </a:rPr>
              <a:t>3</a:t>
            </a:fld>
            <a:endParaRPr lang="en-IN"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noRot="1" noChangeAspect="1"/>
          </p:cNvSpPr>
          <p:nvPr>
            <p:ph type="sldImg"/>
          </p:nvPr>
        </p:nvSpPr>
        <p:spPr>
          <a:xfrm>
            <a:off x="382588" y="685800"/>
            <a:ext cx="6089650" cy="3425825"/>
          </a:xfrm>
          <a:prstGeom prst="rect">
            <a:avLst/>
          </a:prstGeom>
          <a:ln w="0">
            <a:noFill/>
          </a:ln>
        </p:spPr>
      </p:sp>
      <p:sp>
        <p:nvSpPr>
          <p:cNvPr id="132" name="PlaceHolder 2"/>
          <p:cNvSpPr>
            <a:spLocks noGrp="1"/>
          </p:cNvSpPr>
          <p:nvPr>
            <p:ph type="body"/>
          </p:nvPr>
        </p:nvSpPr>
        <p:spPr>
          <a:xfrm>
            <a:off x="685800" y="4343400"/>
            <a:ext cx="5483160" cy="4111560"/>
          </a:xfrm>
          <a:prstGeom prst="rect">
            <a:avLst/>
          </a:prstGeom>
          <a:noFill/>
          <a:ln w="0">
            <a:noFill/>
          </a:ln>
        </p:spPr>
        <p:txBody>
          <a:bodyPr lIns="91440" tIns="45720" rIns="91440" bIns="45720" numCol="1" spcCol="0" anchor="t">
            <a:noAutofit/>
          </a:bodyPr>
          <a:lstStyle/>
          <a:p>
            <a:pPr marL="216000" indent="-216000">
              <a:buNone/>
            </a:pPr>
            <a:endParaRPr lang="en-IN" sz="1800" b="0" strike="noStrike" spc="-1">
              <a:solidFill>
                <a:srgbClr val="000000"/>
              </a:solidFill>
              <a:latin typeface="Arial"/>
            </a:endParaRPr>
          </a:p>
        </p:txBody>
      </p:sp>
      <p:sp>
        <p:nvSpPr>
          <p:cNvPr id="133" name="PlaceHolder 3"/>
          <p:cNvSpPr>
            <a:spLocks noGrp="1"/>
          </p:cNvSpPr>
          <p:nvPr>
            <p:ph type="sldNum" idx="20"/>
          </p:nvPr>
        </p:nvSpPr>
        <p:spPr>
          <a:xfrm>
            <a:off x="3884760" y="8685360"/>
            <a:ext cx="2968560" cy="45396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strike="noStrike" spc="-1">
                <a:solidFill>
                  <a:srgbClr val="000000"/>
                </a:solidFill>
                <a:latin typeface="Calibri"/>
                <a:ea typeface="ＭＳ Ｐゴシック"/>
              </a:defRPr>
            </a:lvl1pPr>
          </a:lstStyle>
          <a:p>
            <a:pPr indent="0" algn="r" defTabSz="457200">
              <a:lnSpc>
                <a:spcPct val="100000"/>
              </a:lnSpc>
              <a:buNone/>
              <a:tabLst>
                <a:tab pos="0" algn="l"/>
              </a:tabLst>
            </a:pPr>
            <a:fld id="{F0AA5D4F-D4D4-4891-85EE-0043247CE352}" type="slidenum">
              <a:rPr lang="en-US" sz="1200" b="0" strike="noStrike" spc="-1">
                <a:solidFill>
                  <a:srgbClr val="000000"/>
                </a:solidFill>
                <a:latin typeface="Calibri"/>
                <a:ea typeface="ＭＳ Ｐゴシック"/>
              </a:rPr>
              <a:t>4</a:t>
            </a:fld>
            <a:endParaRPr lang="en-IN"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noRot="1" noChangeAspect="1"/>
          </p:cNvSpPr>
          <p:nvPr>
            <p:ph type="sldImg"/>
          </p:nvPr>
        </p:nvSpPr>
        <p:spPr>
          <a:xfrm>
            <a:off x="382588" y="685800"/>
            <a:ext cx="6089650" cy="3425825"/>
          </a:xfrm>
          <a:prstGeom prst="rect">
            <a:avLst/>
          </a:prstGeom>
          <a:ln w="0">
            <a:noFill/>
          </a:ln>
        </p:spPr>
      </p:sp>
      <p:sp>
        <p:nvSpPr>
          <p:cNvPr id="135" name="PlaceHolder 2"/>
          <p:cNvSpPr>
            <a:spLocks noGrp="1"/>
          </p:cNvSpPr>
          <p:nvPr>
            <p:ph type="body"/>
          </p:nvPr>
        </p:nvSpPr>
        <p:spPr>
          <a:xfrm>
            <a:off x="685800" y="4343400"/>
            <a:ext cx="5483160" cy="4111560"/>
          </a:xfrm>
          <a:prstGeom prst="rect">
            <a:avLst/>
          </a:prstGeom>
          <a:noFill/>
          <a:ln w="0">
            <a:noFill/>
          </a:ln>
        </p:spPr>
        <p:txBody>
          <a:bodyPr lIns="91440" tIns="45720" rIns="91440" bIns="45720" numCol="1" spcCol="0" anchor="t">
            <a:noAutofit/>
          </a:bodyPr>
          <a:lstStyle/>
          <a:p>
            <a:pPr marL="216000" indent="-216000">
              <a:buNone/>
            </a:pPr>
            <a:endParaRPr lang="en-IN" sz="1800" b="0" strike="noStrike" spc="-1">
              <a:solidFill>
                <a:srgbClr val="000000"/>
              </a:solidFill>
              <a:latin typeface="Arial"/>
            </a:endParaRPr>
          </a:p>
        </p:txBody>
      </p:sp>
      <p:sp>
        <p:nvSpPr>
          <p:cNvPr id="136" name="PlaceHolder 3"/>
          <p:cNvSpPr>
            <a:spLocks noGrp="1"/>
          </p:cNvSpPr>
          <p:nvPr>
            <p:ph type="sldNum" idx="21"/>
          </p:nvPr>
        </p:nvSpPr>
        <p:spPr>
          <a:xfrm>
            <a:off x="3884760" y="8685360"/>
            <a:ext cx="2968560" cy="45396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strike="noStrike" spc="-1">
                <a:solidFill>
                  <a:srgbClr val="000000"/>
                </a:solidFill>
                <a:latin typeface="Calibri"/>
                <a:ea typeface="ＭＳ Ｐゴシック"/>
              </a:defRPr>
            </a:lvl1pPr>
          </a:lstStyle>
          <a:p>
            <a:pPr indent="0" algn="r" defTabSz="457200">
              <a:lnSpc>
                <a:spcPct val="100000"/>
              </a:lnSpc>
              <a:buNone/>
              <a:tabLst>
                <a:tab pos="0" algn="l"/>
              </a:tabLst>
            </a:pPr>
            <a:fld id="{66F39844-B85E-4C86-B774-0543A6ACD38E}" type="slidenum">
              <a:rPr lang="en-US" sz="1200" b="0" strike="noStrike" spc="-1">
                <a:solidFill>
                  <a:srgbClr val="000000"/>
                </a:solidFill>
                <a:latin typeface="Calibri"/>
                <a:ea typeface="ＭＳ Ｐゴシック"/>
              </a:rPr>
              <a:t>5</a:t>
            </a:fld>
            <a:endParaRPr lang="en-IN"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B2C48CC1-4713-42B5-BD2D-DA4CA1AD7BDE}"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8" name="PlaceHolder 2"/>
          <p:cNvSpPr>
            <a:spLocks noGrp="1"/>
          </p:cNvSpPr>
          <p:nvPr>
            <p:ph type="subTitle"/>
          </p:nvPr>
        </p:nvSpPr>
        <p:spPr>
          <a:xfrm>
            <a:off x="609480" y="-2259000"/>
            <a:ext cx="71280" cy="7748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45F619D0-711A-49B0-807C-FB7EF37604C3}"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0" name="PlaceHolder 2"/>
          <p:cNvSpPr>
            <a:spLocks noGrp="1"/>
          </p:cNvSpPr>
          <p:nvPr>
            <p:ph/>
          </p:nvPr>
        </p:nvSpPr>
        <p:spPr>
          <a:xfrm>
            <a:off x="609480" y="1604520"/>
            <a:ext cx="71280" cy="2124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29950B1A-BFAA-46CD-8E7E-E9C3787CEEDF}"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2" name="PlaceHolder 2"/>
          <p:cNvSpPr>
            <a:spLocks noGrp="1"/>
          </p:cNvSpPr>
          <p:nvPr>
            <p:ph/>
          </p:nvPr>
        </p:nvSpPr>
        <p:spPr>
          <a:xfrm>
            <a:off x="609480" y="1604520"/>
            <a:ext cx="34560" cy="2124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13" name="PlaceHolder 3"/>
          <p:cNvSpPr>
            <a:spLocks noGrp="1"/>
          </p:cNvSpPr>
          <p:nvPr>
            <p:ph/>
          </p:nvPr>
        </p:nvSpPr>
        <p:spPr>
          <a:xfrm>
            <a:off x="646200" y="1604520"/>
            <a:ext cx="34560" cy="2124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E26E2967-C55E-4228-9B13-B85744635639}"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710BAB1E-927C-46A4-8DCE-9B835C3D2C83}"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47520"/>
            <a:ext cx="10969560" cy="528444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61136F59-404E-4DA0-AC25-62FF4235B512}"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7" name="PlaceHolder 2"/>
          <p:cNvSpPr>
            <a:spLocks noGrp="1"/>
          </p:cNvSpPr>
          <p:nvPr>
            <p:ph/>
          </p:nvPr>
        </p:nvSpPr>
        <p:spPr>
          <a:xfrm>
            <a:off x="609480" y="160452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18" name="PlaceHolder 3"/>
          <p:cNvSpPr>
            <a:spLocks noGrp="1"/>
          </p:cNvSpPr>
          <p:nvPr>
            <p:ph/>
          </p:nvPr>
        </p:nvSpPr>
        <p:spPr>
          <a:xfrm>
            <a:off x="646200" y="1604520"/>
            <a:ext cx="34560" cy="2124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19" name="PlaceHolder 4"/>
          <p:cNvSpPr>
            <a:spLocks noGrp="1"/>
          </p:cNvSpPr>
          <p:nvPr>
            <p:ph/>
          </p:nvPr>
        </p:nvSpPr>
        <p:spPr>
          <a:xfrm>
            <a:off x="609480" y="161604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F23C56D-AA62-489F-9783-5DC41BF79E4B}"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1" name="PlaceHolder 2"/>
          <p:cNvSpPr>
            <a:spLocks noGrp="1"/>
          </p:cNvSpPr>
          <p:nvPr>
            <p:ph/>
          </p:nvPr>
        </p:nvSpPr>
        <p:spPr>
          <a:xfrm>
            <a:off x="609480" y="1604520"/>
            <a:ext cx="34560" cy="2124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22" name="PlaceHolder 3"/>
          <p:cNvSpPr>
            <a:spLocks noGrp="1"/>
          </p:cNvSpPr>
          <p:nvPr>
            <p:ph/>
          </p:nvPr>
        </p:nvSpPr>
        <p:spPr>
          <a:xfrm>
            <a:off x="646200" y="160452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23" name="PlaceHolder 4"/>
          <p:cNvSpPr>
            <a:spLocks noGrp="1"/>
          </p:cNvSpPr>
          <p:nvPr>
            <p:ph/>
          </p:nvPr>
        </p:nvSpPr>
        <p:spPr>
          <a:xfrm>
            <a:off x="646200" y="161604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CA06D162-DDC8-480F-9C54-8DCFF01D4FFD}"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5" name="PlaceHolder 2"/>
          <p:cNvSpPr>
            <a:spLocks noGrp="1"/>
          </p:cNvSpPr>
          <p:nvPr>
            <p:ph/>
          </p:nvPr>
        </p:nvSpPr>
        <p:spPr>
          <a:xfrm>
            <a:off x="609480" y="160452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26" name="PlaceHolder 3"/>
          <p:cNvSpPr>
            <a:spLocks noGrp="1"/>
          </p:cNvSpPr>
          <p:nvPr>
            <p:ph/>
          </p:nvPr>
        </p:nvSpPr>
        <p:spPr>
          <a:xfrm>
            <a:off x="646200" y="160452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27" name="PlaceHolder 4"/>
          <p:cNvSpPr>
            <a:spLocks noGrp="1"/>
          </p:cNvSpPr>
          <p:nvPr>
            <p:ph/>
          </p:nvPr>
        </p:nvSpPr>
        <p:spPr>
          <a:xfrm>
            <a:off x="609480" y="1616040"/>
            <a:ext cx="712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D549DDA-A741-468C-9848-439EA9BCCE42}"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9" name="PlaceHolder 2"/>
          <p:cNvSpPr>
            <a:spLocks noGrp="1"/>
          </p:cNvSpPr>
          <p:nvPr>
            <p:ph/>
          </p:nvPr>
        </p:nvSpPr>
        <p:spPr>
          <a:xfrm>
            <a:off x="609480" y="1604520"/>
            <a:ext cx="712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30" name="PlaceHolder 3"/>
          <p:cNvSpPr>
            <a:spLocks noGrp="1"/>
          </p:cNvSpPr>
          <p:nvPr>
            <p:ph/>
          </p:nvPr>
        </p:nvSpPr>
        <p:spPr>
          <a:xfrm>
            <a:off x="609480" y="1616040"/>
            <a:ext cx="712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B7012A85-5049-4EA9-9EDC-8BED6A5E4E9E}"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2" name="PlaceHolder 2"/>
          <p:cNvSpPr>
            <a:spLocks noGrp="1"/>
          </p:cNvSpPr>
          <p:nvPr>
            <p:ph/>
          </p:nvPr>
        </p:nvSpPr>
        <p:spPr>
          <a:xfrm>
            <a:off x="609480" y="160452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33" name="PlaceHolder 3"/>
          <p:cNvSpPr>
            <a:spLocks noGrp="1"/>
          </p:cNvSpPr>
          <p:nvPr>
            <p:ph/>
          </p:nvPr>
        </p:nvSpPr>
        <p:spPr>
          <a:xfrm>
            <a:off x="646200" y="160452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34" name="PlaceHolder 4"/>
          <p:cNvSpPr>
            <a:spLocks noGrp="1"/>
          </p:cNvSpPr>
          <p:nvPr>
            <p:ph/>
          </p:nvPr>
        </p:nvSpPr>
        <p:spPr>
          <a:xfrm>
            <a:off x="609480" y="161604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35" name="PlaceHolder 5"/>
          <p:cNvSpPr>
            <a:spLocks noGrp="1"/>
          </p:cNvSpPr>
          <p:nvPr>
            <p:ph/>
          </p:nvPr>
        </p:nvSpPr>
        <p:spPr>
          <a:xfrm>
            <a:off x="646200" y="1616040"/>
            <a:ext cx="3456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9930F495-EDBC-4655-BC7F-53ECEEE39DEE}"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7" name="PlaceHolder 2"/>
          <p:cNvSpPr>
            <a:spLocks noGrp="1"/>
          </p:cNvSpPr>
          <p:nvPr>
            <p:ph/>
          </p:nvPr>
        </p:nvSpPr>
        <p:spPr>
          <a:xfrm>
            <a:off x="609480" y="1604520"/>
            <a:ext cx="226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38" name="PlaceHolder 3"/>
          <p:cNvSpPr>
            <a:spLocks noGrp="1"/>
          </p:cNvSpPr>
          <p:nvPr>
            <p:ph/>
          </p:nvPr>
        </p:nvSpPr>
        <p:spPr>
          <a:xfrm>
            <a:off x="633600" y="1604520"/>
            <a:ext cx="226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39" name="PlaceHolder 4"/>
          <p:cNvSpPr>
            <a:spLocks noGrp="1"/>
          </p:cNvSpPr>
          <p:nvPr>
            <p:ph/>
          </p:nvPr>
        </p:nvSpPr>
        <p:spPr>
          <a:xfrm>
            <a:off x="657720" y="1604520"/>
            <a:ext cx="226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40" name="PlaceHolder 5"/>
          <p:cNvSpPr>
            <a:spLocks noGrp="1"/>
          </p:cNvSpPr>
          <p:nvPr>
            <p:ph/>
          </p:nvPr>
        </p:nvSpPr>
        <p:spPr>
          <a:xfrm>
            <a:off x="609480" y="1616040"/>
            <a:ext cx="226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41" name="PlaceHolder 6"/>
          <p:cNvSpPr>
            <a:spLocks noGrp="1"/>
          </p:cNvSpPr>
          <p:nvPr>
            <p:ph/>
          </p:nvPr>
        </p:nvSpPr>
        <p:spPr>
          <a:xfrm>
            <a:off x="633600" y="1616040"/>
            <a:ext cx="226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42" name="PlaceHolder 7"/>
          <p:cNvSpPr>
            <a:spLocks noGrp="1"/>
          </p:cNvSpPr>
          <p:nvPr>
            <p:ph/>
          </p:nvPr>
        </p:nvSpPr>
        <p:spPr>
          <a:xfrm>
            <a:off x="657720" y="1616040"/>
            <a:ext cx="22680" cy="10080"/>
          </a:xfrm>
          <a:prstGeom prst="rect">
            <a:avLst/>
          </a:prstGeom>
          <a:noFill/>
          <a:ln w="0">
            <a:noFill/>
          </a:ln>
        </p:spPr>
        <p:txBody>
          <a:bodyPr lIns="0" tIns="0" rIns="0" bIns="0" anchor="t">
            <a:normAutofit fontScale="3124" lnSpcReduction="20000"/>
          </a:bodyPr>
          <a:lstStyle/>
          <a:p>
            <a:pPr indent="0">
              <a:spcBef>
                <a:spcPts val="1417"/>
              </a:spcBef>
              <a:buNone/>
            </a:pPr>
            <a:endParaRPr lang="en-IN"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7AFA390B-1FD4-4624-92BB-95D39E9615AD}"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47520"/>
            <a:ext cx="10969560" cy="113976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8" name="PlaceHolder 2"/>
          <p:cNvSpPr>
            <a:spLocks noGrp="1"/>
          </p:cNvSpPr>
          <p:nvPr>
            <p:ph type="body"/>
          </p:nvPr>
        </p:nvSpPr>
        <p:spPr>
          <a:xfrm>
            <a:off x="609480" y="1604520"/>
            <a:ext cx="71280" cy="21240"/>
          </a:xfrm>
          <a:prstGeom prst="rect">
            <a:avLst/>
          </a:prstGeom>
          <a:noFill/>
          <a:ln w="0">
            <a:noFill/>
          </a:ln>
        </p:spPr>
        <p:txBody>
          <a:bodyPr lIns="0" tIns="0" rIns="0" bIns="0" anchor="t">
            <a:normAutofit fontScale="1111" lnSpcReduction="20000"/>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2" name="PlaceHolder 3"/>
          <p:cNvSpPr>
            <a:spLocks noGrp="1"/>
          </p:cNvSpPr>
          <p:nvPr>
            <p:ph type="body"/>
          </p:nvPr>
        </p:nvSpPr>
        <p:spPr>
          <a:xfrm>
            <a:off x="685080" y="1604520"/>
            <a:ext cx="71280" cy="21240"/>
          </a:xfrm>
          <a:prstGeom prst="rect">
            <a:avLst/>
          </a:prstGeom>
          <a:noFill/>
          <a:ln w="0">
            <a:noFill/>
          </a:ln>
        </p:spPr>
        <p:txBody>
          <a:bodyPr lIns="0" tIns="0" rIns="0" bIns="0" anchor="t">
            <a:normAutofit fontScale="1111" lnSpcReduction="20000"/>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3" name="PlaceHolder 4"/>
          <p:cNvSpPr>
            <a:spLocks noGrp="1"/>
          </p:cNvSpPr>
          <p:nvPr>
            <p:ph type="body"/>
          </p:nvPr>
        </p:nvSpPr>
        <p:spPr>
          <a:xfrm>
            <a:off x="609480" y="1628640"/>
            <a:ext cx="146880" cy="21240"/>
          </a:xfrm>
          <a:prstGeom prst="rect">
            <a:avLst/>
          </a:prstGeom>
          <a:noFill/>
          <a:ln w="0">
            <a:noFill/>
          </a:ln>
        </p:spPr>
        <p:txBody>
          <a:bodyPr lIns="0" tIns="0" rIns="0" bIns="0" anchor="t">
            <a:normAutofit fontScale="1111" lnSpcReduction="20000"/>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4" name="PlaceHolder 5"/>
          <p:cNvSpPr>
            <a:spLocks noGrp="1"/>
          </p:cNvSpPr>
          <p:nvPr>
            <p:ph type="ftr" idx="1"/>
          </p:nvPr>
        </p:nvSpPr>
        <p:spPr>
          <a:xfrm>
            <a:off x="4165560" y="6356520"/>
            <a:ext cx="3857400" cy="361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chemeClr val="dk1">
                    <a:tint val="75000"/>
                  </a:schemeClr>
                </a:solidFill>
                <a:latin typeface="TradeGothic"/>
              </a:defRPr>
            </a:lvl1pPr>
          </a:lstStyle>
          <a:p>
            <a:pPr indent="0" algn="ctr" defTabSz="457200">
              <a:lnSpc>
                <a:spcPct val="100000"/>
              </a:lnSpc>
              <a:buNone/>
              <a:tabLst>
                <a:tab pos="0" algn="l"/>
              </a:tabLst>
            </a:pPr>
            <a:r>
              <a:rPr lang="en-US" sz="1200" b="0" strike="noStrike" spc="-1">
                <a:solidFill>
                  <a:schemeClr val="dk1">
                    <a:tint val="75000"/>
                  </a:schemeClr>
                </a:solidFill>
                <a:latin typeface="TradeGothic"/>
              </a:rPr>
              <a:t>&lt;footer&gt;</a:t>
            </a:r>
            <a:endParaRPr lang="en-IN" sz="1200" b="0" strike="noStrike" spc="-1">
              <a:solidFill>
                <a:srgbClr val="000000"/>
              </a:solidFill>
              <a:latin typeface="Times New Roman"/>
            </a:endParaRPr>
          </a:p>
        </p:txBody>
      </p:sp>
      <p:sp>
        <p:nvSpPr>
          <p:cNvPr id="5" name="PlaceHolder 6"/>
          <p:cNvSpPr>
            <a:spLocks noGrp="1"/>
          </p:cNvSpPr>
          <p:nvPr>
            <p:ph type="sldNum" idx="2"/>
          </p:nvPr>
        </p:nvSpPr>
        <p:spPr>
          <a:xfrm>
            <a:off x="8737560" y="6356520"/>
            <a:ext cx="2841480" cy="36180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strike="noStrike" spc="-1">
                <a:solidFill>
                  <a:srgbClr val="898989"/>
                </a:solidFill>
                <a:latin typeface="TradeGothic"/>
                <a:ea typeface="ＭＳ Ｐゴシック"/>
              </a:defRPr>
            </a:lvl1pPr>
          </a:lstStyle>
          <a:p>
            <a:pPr indent="0" algn="r" defTabSz="457200">
              <a:lnSpc>
                <a:spcPct val="100000"/>
              </a:lnSpc>
              <a:buNone/>
              <a:tabLst>
                <a:tab pos="0" algn="l"/>
              </a:tabLst>
            </a:pPr>
            <a:fld id="{622EE040-192B-4711-98C5-E4AE48402BE4}" type="slidenum">
              <a:rPr lang="en-US" sz="1200" b="0" strike="noStrike" spc="-1">
                <a:solidFill>
                  <a:srgbClr val="898989"/>
                </a:solidFill>
                <a:latin typeface="TradeGothic"/>
                <a:ea typeface="ＭＳ Ｐゴシック"/>
              </a:rPr>
              <a:t>‹#›</a:t>
            </a:fld>
            <a:endParaRPr lang="en-IN" sz="1200" b="0" strike="noStrike" spc="-1">
              <a:solidFill>
                <a:srgbClr val="000000"/>
              </a:solidFill>
              <a:latin typeface="Times New Roman"/>
            </a:endParaRPr>
          </a:p>
        </p:txBody>
      </p:sp>
      <p:sp>
        <p:nvSpPr>
          <p:cNvPr id="6" name="PlaceHolder 7"/>
          <p:cNvSpPr>
            <a:spLocks noGrp="1"/>
          </p:cNvSpPr>
          <p:nvPr>
            <p:ph type="dt" idx="3"/>
          </p:nvPr>
        </p:nvSpPr>
        <p:spPr>
          <a:xfrm>
            <a:off x="609480" y="6356520"/>
            <a:ext cx="2841480" cy="361800"/>
          </a:xfrm>
          <a:prstGeom prst="rect">
            <a:avLst/>
          </a:prstGeom>
          <a:noFill/>
          <a:ln w="0">
            <a:noFill/>
          </a:ln>
        </p:spPr>
        <p:txBody>
          <a:bodyPr lIns="91440" tIns="45720" rIns="91440" bIns="45720" numCol="1" spcCol="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8"/>
          <p:cNvSpPr/>
          <p:nvPr/>
        </p:nvSpPr>
        <p:spPr>
          <a:xfrm>
            <a:off x="0" y="6354720"/>
            <a:ext cx="12188880" cy="500040"/>
          </a:xfrm>
          <a:prstGeom prst="rect">
            <a:avLst/>
          </a:prstGeom>
          <a:solidFill>
            <a:srgbClr val="0070C0"/>
          </a:solidFill>
          <a:ln w="9360">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strike="noStrike" spc="-1">
              <a:solidFill>
                <a:schemeClr val="accent2">
                  <a:lumMod val="75000"/>
                </a:schemeClr>
              </a:solidFill>
              <a:latin typeface="Calibri"/>
              <a:ea typeface="DejaVu Sans"/>
            </a:endParaRPr>
          </a:p>
        </p:txBody>
      </p:sp>
      <p:sp>
        <p:nvSpPr>
          <p:cNvPr id="57" name="PlaceHolder 1"/>
          <p:cNvSpPr>
            <a:spLocks noGrp="1"/>
          </p:cNvSpPr>
          <p:nvPr>
            <p:ph type="title"/>
          </p:nvPr>
        </p:nvSpPr>
        <p:spPr>
          <a:xfrm>
            <a:off x="1908000" y="-313920"/>
            <a:ext cx="10969560" cy="1139760"/>
          </a:xfrm>
          <a:prstGeom prst="rect">
            <a:avLst/>
          </a:prstGeom>
          <a:noFill/>
          <a:ln w="9360">
            <a:noFill/>
          </a:ln>
        </p:spPr>
        <p:txBody>
          <a:bodyPr lIns="91440" tIns="45720" rIns="91440" bIns="45720" numCol="1" spcCol="0" anchor="ctr">
            <a:noAutofit/>
          </a:bodyPr>
          <a:lstStyle/>
          <a:p>
            <a:pPr indent="0" algn="just" defTabSz="457200">
              <a:lnSpc>
                <a:spcPct val="200000"/>
              </a:lnSpc>
              <a:buNone/>
              <a:tabLst>
                <a:tab pos="0" algn="l"/>
              </a:tabLst>
            </a:pPr>
            <a:r>
              <a:rPr lang="en-US" sz="2800" b="1" strike="noStrike" spc="-1">
                <a:solidFill>
                  <a:schemeClr val="dk1"/>
                </a:solidFill>
                <a:latin typeface="Arial"/>
                <a:ea typeface="ＭＳ Ｐゴシック"/>
              </a:rPr>
              <a:t>Smart Irrigation System for Precision Farming</a:t>
            </a:r>
            <a:endParaRPr lang="en-IN" sz="2800" b="0" strike="noStrike" spc="-1">
              <a:solidFill>
                <a:srgbClr val="000000"/>
              </a:solidFill>
              <a:latin typeface="Arial"/>
            </a:endParaRPr>
          </a:p>
        </p:txBody>
      </p:sp>
      <p:sp>
        <p:nvSpPr>
          <p:cNvPr id="58" name="PlaceHolder 2"/>
          <p:cNvSpPr>
            <a:spLocks noGrp="1"/>
          </p:cNvSpPr>
          <p:nvPr>
            <p:ph type="sldNum" idx="7"/>
          </p:nvPr>
        </p:nvSpPr>
        <p:spPr>
          <a:xfrm>
            <a:off x="8737560" y="6356520"/>
            <a:ext cx="2841480" cy="36180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chemeClr val="lt1"/>
                </a:solidFill>
                <a:latin typeface="TradeGothic"/>
                <a:ea typeface="ＭＳ Ｐゴシック"/>
              </a:defRPr>
            </a:lvl1pPr>
          </a:lstStyle>
          <a:p>
            <a:pPr indent="0" algn="r" defTabSz="457200">
              <a:lnSpc>
                <a:spcPct val="100000"/>
              </a:lnSpc>
              <a:buNone/>
              <a:tabLst>
                <a:tab pos="0" algn="l"/>
              </a:tabLst>
            </a:pPr>
            <a:fld id="{15026D24-5599-406E-B178-923C4AD1809B}" type="slidenum">
              <a:rPr lang="en-US" sz="1200" b="1" strike="noStrike" spc="-1">
                <a:solidFill>
                  <a:schemeClr val="lt1"/>
                </a:solidFill>
                <a:latin typeface="TradeGothic"/>
                <a:ea typeface="ＭＳ Ｐゴシック"/>
              </a:rPr>
              <a:t>1</a:t>
            </a:fld>
            <a:endParaRPr lang="en-IN" sz="1200" b="0" strike="noStrike" spc="-1">
              <a:solidFill>
                <a:srgbClr val="000000"/>
              </a:solidFill>
              <a:latin typeface="Times New Roman"/>
            </a:endParaRPr>
          </a:p>
        </p:txBody>
      </p:sp>
      <p:sp>
        <p:nvSpPr>
          <p:cNvPr id="59" name="PlaceHolder 3"/>
          <p:cNvSpPr>
            <a:spLocks noGrp="1"/>
          </p:cNvSpPr>
          <p:nvPr>
            <p:ph type="ftr" idx="8"/>
          </p:nvPr>
        </p:nvSpPr>
        <p:spPr>
          <a:xfrm>
            <a:off x="4648320" y="6356520"/>
            <a:ext cx="3200760" cy="361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chemeClr val="lt1"/>
                </a:solidFill>
                <a:latin typeface="TradeGothic"/>
              </a:defRPr>
            </a:lvl1pPr>
          </a:lstStyle>
          <a:p>
            <a:pPr indent="0" algn="ctr" defTabSz="457200">
              <a:lnSpc>
                <a:spcPct val="100000"/>
              </a:lnSpc>
              <a:buNone/>
              <a:tabLst>
                <a:tab pos="0" algn="l"/>
              </a:tabLst>
            </a:pPr>
            <a:endParaRPr lang="en-IN" sz="1200" b="0" strike="noStrike" spc="-1" dirty="0">
              <a:solidFill>
                <a:srgbClr val="000000"/>
              </a:solidFill>
              <a:latin typeface="Times New Roman"/>
            </a:endParaRPr>
          </a:p>
        </p:txBody>
      </p:sp>
      <p:sp>
        <p:nvSpPr>
          <p:cNvPr id="60" name="Oval 1"/>
          <p:cNvSpPr/>
          <p:nvPr/>
        </p:nvSpPr>
        <p:spPr>
          <a:xfrm>
            <a:off x="141480" y="106920"/>
            <a:ext cx="1656720" cy="804240"/>
          </a:xfrm>
          <a:prstGeom prst="ellipse">
            <a:avLst/>
          </a:prstGeom>
          <a:solidFill>
            <a:schemeClr val="lt1"/>
          </a:solidFill>
          <a:ln w="2556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r>
              <a:rPr lang="en-US" sz="1800" b="0" strike="noStrike" spc="-1">
                <a:solidFill>
                  <a:schemeClr val="dk1"/>
                </a:solidFill>
                <a:latin typeface="Calibri"/>
                <a:ea typeface="ＭＳ Ｐゴシック"/>
              </a:rPr>
              <a:t>Agri-bot Innovators</a:t>
            </a:r>
            <a:endParaRPr lang="en-IN" sz="1800" b="0" strike="noStrike" spc="-1">
              <a:solidFill>
                <a:srgbClr val="000000"/>
              </a:solidFill>
              <a:latin typeface="Arial"/>
            </a:endParaRPr>
          </a:p>
        </p:txBody>
      </p:sp>
      <p:pic>
        <p:nvPicPr>
          <p:cNvPr id="62" name="Picture 61"/>
          <p:cNvPicPr/>
          <p:nvPr/>
        </p:nvPicPr>
        <p:blipFill>
          <a:blip r:embed="rId3"/>
          <a:stretch/>
        </p:blipFill>
        <p:spPr>
          <a:xfrm>
            <a:off x="144000" y="1045440"/>
            <a:ext cx="2410920" cy="1355400"/>
          </a:xfrm>
          <a:prstGeom prst="rect">
            <a:avLst/>
          </a:prstGeom>
          <a:ln w="0">
            <a:noFill/>
          </a:ln>
        </p:spPr>
      </p:pic>
      <p:pic>
        <p:nvPicPr>
          <p:cNvPr id="63" name="Picture 62"/>
          <p:cNvPicPr/>
          <p:nvPr/>
        </p:nvPicPr>
        <p:blipFill>
          <a:blip r:embed="rId4"/>
          <a:stretch/>
        </p:blipFill>
        <p:spPr>
          <a:xfrm>
            <a:off x="117720" y="2520000"/>
            <a:ext cx="2401200" cy="1599120"/>
          </a:xfrm>
          <a:prstGeom prst="rect">
            <a:avLst/>
          </a:prstGeom>
          <a:ln w="0">
            <a:noFill/>
          </a:ln>
        </p:spPr>
      </p:pic>
      <p:pic>
        <p:nvPicPr>
          <p:cNvPr id="64" name="Picture 63"/>
          <p:cNvPicPr/>
          <p:nvPr/>
        </p:nvPicPr>
        <p:blipFill>
          <a:blip r:embed="rId5"/>
          <a:stretch/>
        </p:blipFill>
        <p:spPr>
          <a:xfrm>
            <a:off x="126000" y="4248000"/>
            <a:ext cx="2392920" cy="1594800"/>
          </a:xfrm>
          <a:prstGeom prst="rect">
            <a:avLst/>
          </a:prstGeom>
          <a:ln w="0">
            <a:noFill/>
          </a:ln>
        </p:spPr>
      </p:pic>
      <p:sp>
        <p:nvSpPr>
          <p:cNvPr id="65" name="Rectangle 64"/>
          <p:cNvSpPr/>
          <p:nvPr/>
        </p:nvSpPr>
        <p:spPr>
          <a:xfrm>
            <a:off x="2628000" y="1080000"/>
            <a:ext cx="9178920" cy="805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SzPct val="45000"/>
              <a:buFont typeface="Wingdings" charset="2"/>
              <a:buChar char=""/>
            </a:pPr>
            <a:r>
              <a:rPr lang="en-US" sz="2100" b="0" strike="noStrike" spc="-1">
                <a:solidFill>
                  <a:schemeClr val="dk1"/>
                </a:solidFill>
                <a:latin typeface="Times New Roman"/>
                <a:ea typeface="ＭＳ Ｐゴシック"/>
              </a:rPr>
              <a:t>This rover identifies the growing challenges related to water scarcity, crop health, blanket spraying and to increase the productivity with minimal resources.</a:t>
            </a:r>
            <a:endParaRPr lang="en-IN" sz="2100" b="0" strike="noStrike" spc="-1">
              <a:solidFill>
                <a:srgbClr val="000000"/>
              </a:solidFill>
              <a:latin typeface="Arial"/>
            </a:endParaRPr>
          </a:p>
        </p:txBody>
      </p:sp>
      <p:sp>
        <p:nvSpPr>
          <p:cNvPr id="66" name="Rectangle 65"/>
          <p:cNvSpPr/>
          <p:nvPr/>
        </p:nvSpPr>
        <p:spPr>
          <a:xfrm>
            <a:off x="2628000" y="1744200"/>
            <a:ext cx="9502920" cy="107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SzPct val="45000"/>
              <a:buFont typeface="Wingdings" charset="2"/>
              <a:buChar char=""/>
            </a:pPr>
            <a:r>
              <a:rPr lang="en-US" sz="2100" b="0" strike="noStrike" spc="-1">
                <a:solidFill>
                  <a:schemeClr val="dk1"/>
                </a:solidFill>
                <a:latin typeface="Times New Roman"/>
                <a:ea typeface="ＭＳ Ｐゴシック"/>
              </a:rPr>
              <a:t>It collects various data from soil moisture sensors, temperature sensors, and humidity sensors to asses the soil moisture and weather condition which can affect water evaporation &amp; crop requirement.</a:t>
            </a:r>
            <a:endParaRPr lang="en-IN" sz="2100" b="0" strike="noStrike" spc="-1">
              <a:solidFill>
                <a:srgbClr val="000000"/>
              </a:solidFill>
              <a:latin typeface="Arial"/>
            </a:endParaRPr>
          </a:p>
        </p:txBody>
      </p:sp>
      <p:sp>
        <p:nvSpPr>
          <p:cNvPr id="67" name="Rectangle 66"/>
          <p:cNvSpPr/>
          <p:nvPr/>
        </p:nvSpPr>
        <p:spPr>
          <a:xfrm>
            <a:off x="2628000" y="2716200"/>
            <a:ext cx="9430920" cy="68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SzPct val="45000"/>
              <a:buFont typeface="Wingdings" charset="2"/>
              <a:buChar char=""/>
            </a:pPr>
            <a:r>
              <a:rPr lang="en-US" sz="2100" b="0" strike="noStrike" spc="-1">
                <a:solidFill>
                  <a:schemeClr val="dk1"/>
                </a:solidFill>
                <a:latin typeface="Times New Roman"/>
                <a:ea typeface="ＭＳ Ｐゴシック"/>
              </a:rPr>
              <a:t>In additition, the rover is facilitated with various attachments which can be used for distinct tasks like seed sowing, ploughing, pesticide spraying and plant monitoring.</a:t>
            </a:r>
            <a:endParaRPr lang="en-IN" sz="2100" b="0" strike="noStrike" spc="-1">
              <a:solidFill>
                <a:srgbClr val="000000"/>
              </a:solidFill>
              <a:latin typeface="Arial"/>
            </a:endParaRPr>
          </a:p>
        </p:txBody>
      </p:sp>
      <p:pic>
        <p:nvPicPr>
          <p:cNvPr id="68" name="Picture 67"/>
          <p:cNvPicPr/>
          <p:nvPr/>
        </p:nvPicPr>
        <p:blipFill>
          <a:blip r:embed="rId6"/>
          <a:stretch/>
        </p:blipFill>
        <p:spPr>
          <a:xfrm>
            <a:off x="9478440" y="3636000"/>
            <a:ext cx="2556720" cy="1438920"/>
          </a:xfrm>
          <a:prstGeom prst="rect">
            <a:avLst/>
          </a:prstGeom>
          <a:ln w="0">
            <a:noFill/>
          </a:ln>
        </p:spPr>
      </p:pic>
      <p:sp>
        <p:nvSpPr>
          <p:cNvPr id="69" name="Rectangle 68"/>
          <p:cNvSpPr/>
          <p:nvPr/>
        </p:nvSpPr>
        <p:spPr>
          <a:xfrm>
            <a:off x="2628000" y="3364560"/>
            <a:ext cx="6910920" cy="127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SzPct val="45000"/>
              <a:buFont typeface="Wingdings" charset="2"/>
              <a:buChar char=""/>
            </a:pPr>
            <a:r>
              <a:rPr lang="en-US" sz="2100" b="0" strike="noStrike" spc="-1">
                <a:solidFill>
                  <a:schemeClr val="dk1"/>
                </a:solidFill>
                <a:latin typeface="Times New Roman"/>
                <a:ea typeface="ＭＳ Ｐゴシック"/>
              </a:rPr>
              <a:t>On average a farmer spend around 15 to 18 lakhs per yield including high cost labor which can be reduced by this rover with its ability to do autonomous tasks ,in addition with solar sustainable energy .</a:t>
            </a:r>
            <a:endParaRPr lang="en-IN" sz="2100" b="0" strike="noStrike" spc="-1">
              <a:solidFill>
                <a:srgbClr val="000000"/>
              </a:solidFill>
              <a:latin typeface="Arial"/>
            </a:endParaRPr>
          </a:p>
        </p:txBody>
      </p:sp>
      <p:sp>
        <p:nvSpPr>
          <p:cNvPr id="70" name="Rectangle 69"/>
          <p:cNvSpPr/>
          <p:nvPr/>
        </p:nvSpPr>
        <p:spPr>
          <a:xfrm>
            <a:off x="2592000" y="4552560"/>
            <a:ext cx="6946920" cy="97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SzPct val="45000"/>
              <a:buFont typeface="Wingdings" charset="2"/>
              <a:buChar char=""/>
            </a:pPr>
            <a:r>
              <a:rPr lang="en-US" sz="2100" b="0" strike="noStrike" spc="-1">
                <a:solidFill>
                  <a:schemeClr val="dk1"/>
                </a:solidFill>
                <a:latin typeface="Times New Roman"/>
                <a:ea typeface="ＭＳ Ｐゴシック"/>
              </a:rPr>
              <a:t>It’s user-friendly model helps the farmer to control and swap between different attachments quickly to perform various farming activities.</a:t>
            </a:r>
            <a:endParaRPr lang="en-IN" sz="21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1"/>
          <p:cNvSpPr/>
          <p:nvPr/>
        </p:nvSpPr>
        <p:spPr>
          <a:xfrm>
            <a:off x="0" y="6354720"/>
            <a:ext cx="12188880" cy="500040"/>
          </a:xfrm>
          <a:prstGeom prst="rect">
            <a:avLst/>
          </a:prstGeom>
          <a:solidFill>
            <a:srgbClr val="0070C0"/>
          </a:solidFill>
          <a:ln w="9360">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strike="noStrike" spc="-1">
              <a:solidFill>
                <a:schemeClr val="accent2">
                  <a:lumMod val="75000"/>
                </a:schemeClr>
              </a:solidFill>
              <a:latin typeface="Calibri"/>
              <a:ea typeface="DejaVu Sans"/>
            </a:endParaRPr>
          </a:p>
        </p:txBody>
      </p:sp>
      <p:sp>
        <p:nvSpPr>
          <p:cNvPr id="72" name="PlaceHolder 1"/>
          <p:cNvSpPr>
            <a:spLocks noGrp="1"/>
          </p:cNvSpPr>
          <p:nvPr>
            <p:ph type="title"/>
          </p:nvPr>
        </p:nvSpPr>
        <p:spPr>
          <a:xfrm>
            <a:off x="609480" y="-47520"/>
            <a:ext cx="10969560" cy="11397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strike="noStrike" spc="-1">
                <a:solidFill>
                  <a:schemeClr val="dk1"/>
                </a:solidFill>
                <a:latin typeface="Times New Roman"/>
                <a:ea typeface="ＭＳ Ｐゴシック"/>
              </a:rPr>
              <a:t>TECHNICAL APPROACH</a:t>
            </a:r>
            <a:endParaRPr lang="en-IN" sz="3600" b="0" strike="noStrike" spc="-1">
              <a:solidFill>
                <a:srgbClr val="000000"/>
              </a:solidFill>
              <a:latin typeface="Arial"/>
            </a:endParaRPr>
          </a:p>
        </p:txBody>
      </p:sp>
      <p:sp>
        <p:nvSpPr>
          <p:cNvPr id="73" name="PlaceHolder 2"/>
          <p:cNvSpPr>
            <a:spLocks noGrp="1"/>
          </p:cNvSpPr>
          <p:nvPr>
            <p:ph type="sldNum" idx="9"/>
          </p:nvPr>
        </p:nvSpPr>
        <p:spPr>
          <a:xfrm>
            <a:off x="8737560" y="6356520"/>
            <a:ext cx="2841480" cy="36180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chemeClr val="lt1"/>
                </a:solidFill>
                <a:latin typeface="TradeGothic"/>
                <a:ea typeface="ＭＳ Ｐゴシック"/>
              </a:defRPr>
            </a:lvl1pPr>
          </a:lstStyle>
          <a:p>
            <a:pPr indent="0" algn="r" defTabSz="457200">
              <a:lnSpc>
                <a:spcPct val="100000"/>
              </a:lnSpc>
              <a:buNone/>
              <a:tabLst>
                <a:tab pos="0" algn="l"/>
              </a:tabLst>
            </a:pPr>
            <a:fld id="{0C055F52-1C8B-426F-BB42-774E1AD0D098}" type="slidenum">
              <a:rPr lang="en-US" sz="1200" b="1" strike="noStrike" spc="-1">
                <a:solidFill>
                  <a:schemeClr val="lt1"/>
                </a:solidFill>
                <a:latin typeface="TradeGothic"/>
                <a:ea typeface="ＭＳ Ｐゴシック"/>
              </a:rPr>
              <a:t>2</a:t>
            </a:fld>
            <a:endParaRPr lang="en-IN" sz="1200" b="0" strike="noStrike" spc="-1">
              <a:solidFill>
                <a:srgbClr val="000000"/>
              </a:solidFill>
              <a:latin typeface="Times New Roman"/>
            </a:endParaRPr>
          </a:p>
        </p:txBody>
      </p:sp>
      <p:sp>
        <p:nvSpPr>
          <p:cNvPr id="74" name="PlaceHolder 3"/>
          <p:cNvSpPr>
            <a:spLocks noGrp="1"/>
          </p:cNvSpPr>
          <p:nvPr>
            <p:ph type="ftr" idx="10"/>
          </p:nvPr>
        </p:nvSpPr>
        <p:spPr>
          <a:xfrm>
            <a:off x="4648320" y="6356520"/>
            <a:ext cx="3200760" cy="361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chemeClr val="lt1"/>
                </a:solidFill>
                <a:latin typeface="TradeGothic"/>
              </a:defRPr>
            </a:lvl1pPr>
          </a:lstStyle>
          <a:p>
            <a:pPr indent="0" algn="ctr" defTabSz="457200">
              <a:lnSpc>
                <a:spcPct val="100000"/>
              </a:lnSpc>
              <a:buNone/>
              <a:tabLst>
                <a:tab pos="0" algn="l"/>
              </a:tabLst>
            </a:pPr>
            <a:r>
              <a:rPr lang="en-US" sz="1200" b="0" strike="noStrike" spc="-1">
                <a:solidFill>
                  <a:schemeClr val="lt1"/>
                </a:solidFill>
                <a:latin typeface="TradeGothic"/>
              </a:rPr>
              <a:t>@SIH Idea submission- Template</a:t>
            </a:r>
            <a:endParaRPr lang="en-IN" sz="1200" b="0" strike="noStrike" spc="-1">
              <a:solidFill>
                <a:srgbClr val="000000"/>
              </a:solidFill>
              <a:latin typeface="Times New Roman"/>
            </a:endParaRPr>
          </a:p>
        </p:txBody>
      </p:sp>
      <p:sp>
        <p:nvSpPr>
          <p:cNvPr id="78" name="Oval 2"/>
          <p:cNvSpPr/>
          <p:nvPr/>
        </p:nvSpPr>
        <p:spPr>
          <a:xfrm>
            <a:off x="141480" y="106920"/>
            <a:ext cx="1656720" cy="804240"/>
          </a:xfrm>
          <a:prstGeom prst="ellipse">
            <a:avLst/>
          </a:prstGeom>
          <a:solidFill>
            <a:schemeClr val="lt1"/>
          </a:solidFill>
          <a:ln w="2556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r>
              <a:rPr lang="en-US" sz="1800" b="0" strike="noStrike" spc="-1">
                <a:solidFill>
                  <a:schemeClr val="dk1"/>
                </a:solidFill>
                <a:latin typeface="Calibri"/>
                <a:ea typeface="ＭＳ Ｐゴシック"/>
              </a:rPr>
              <a:t>Agri-bot Innovators</a:t>
            </a:r>
            <a:endParaRPr lang="en-IN" sz="1800" b="0" strike="noStrike" spc="-1">
              <a:solidFill>
                <a:srgbClr val="000000"/>
              </a:solidFill>
              <a:latin typeface="Arial"/>
            </a:endParaRPr>
          </a:p>
        </p:txBody>
      </p:sp>
      <p:sp>
        <p:nvSpPr>
          <p:cNvPr id="79" name="Scroll: Horizontal 78"/>
          <p:cNvSpPr/>
          <p:nvPr/>
        </p:nvSpPr>
        <p:spPr>
          <a:xfrm>
            <a:off x="612000" y="1260000"/>
            <a:ext cx="2699280" cy="719280"/>
          </a:xfrm>
          <a:prstGeom prst="horizontalScroll">
            <a:avLst>
              <a:gd name="adj" fmla="val 12500"/>
            </a:avLst>
          </a:prstGeom>
          <a:solidFill>
            <a:srgbClr val="3465A4"/>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1800" b="1" strike="noStrike" spc="-1">
                <a:solidFill>
                  <a:srgbClr val="FFFFFF"/>
                </a:solidFill>
                <a:latin typeface="Times New Roman"/>
                <a:ea typeface="DejaVu Sans"/>
              </a:rPr>
              <a:t>HARDWARE</a:t>
            </a:r>
            <a:endParaRPr lang="en-IN" sz="1800" b="0" strike="noStrike" spc="-1">
              <a:solidFill>
                <a:srgbClr val="000000"/>
              </a:solidFill>
              <a:latin typeface="Arial"/>
            </a:endParaRPr>
          </a:p>
        </p:txBody>
      </p:sp>
      <p:sp>
        <p:nvSpPr>
          <p:cNvPr id="80" name="Scroll: Horizontal 79"/>
          <p:cNvSpPr/>
          <p:nvPr/>
        </p:nvSpPr>
        <p:spPr>
          <a:xfrm>
            <a:off x="8551440" y="1116000"/>
            <a:ext cx="2699280" cy="719280"/>
          </a:xfrm>
          <a:prstGeom prst="horizontalScroll">
            <a:avLst>
              <a:gd name="adj" fmla="val 12500"/>
            </a:avLst>
          </a:prstGeom>
          <a:solidFill>
            <a:srgbClr val="DEE6E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1800" b="1" strike="noStrike" spc="-1">
                <a:solidFill>
                  <a:srgbClr val="000000"/>
                </a:solidFill>
                <a:latin typeface="Times New Roman"/>
                <a:ea typeface="DejaVu Sans"/>
              </a:rPr>
              <a:t>SOFTWARE</a:t>
            </a:r>
            <a:endParaRPr lang="en-IN" sz="1800" b="0" strike="noStrike" spc="-1">
              <a:solidFill>
                <a:srgbClr val="000000"/>
              </a:solidFill>
              <a:latin typeface="Arial"/>
            </a:endParaRPr>
          </a:p>
        </p:txBody>
      </p:sp>
      <p:sp>
        <p:nvSpPr>
          <p:cNvPr id="81" name="Scroll: Horizontal 80"/>
          <p:cNvSpPr/>
          <p:nvPr/>
        </p:nvSpPr>
        <p:spPr>
          <a:xfrm>
            <a:off x="4680000" y="876960"/>
            <a:ext cx="2584080" cy="626400"/>
          </a:xfrm>
          <a:prstGeom prst="horizontalScroll">
            <a:avLst>
              <a:gd name="adj" fmla="val 12500"/>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1800" b="1" strike="noStrike" spc="-1">
                <a:solidFill>
                  <a:srgbClr val="FFFFFF"/>
                </a:solidFill>
                <a:latin typeface="Arial"/>
                <a:ea typeface="DejaVu Sans"/>
              </a:rPr>
              <a:t>AGRI-BOT</a:t>
            </a:r>
            <a:endParaRPr lang="en-IN" sz="1800" b="0" strike="noStrike" spc="-1">
              <a:solidFill>
                <a:srgbClr val="000000"/>
              </a:solidFill>
              <a:latin typeface="Arial"/>
            </a:endParaRPr>
          </a:p>
        </p:txBody>
      </p:sp>
      <p:graphicFrame>
        <p:nvGraphicFramePr>
          <p:cNvPr id="82" name="Table 81"/>
          <p:cNvGraphicFramePr/>
          <p:nvPr/>
        </p:nvGraphicFramePr>
        <p:xfrm>
          <a:off x="278640" y="2054160"/>
          <a:ext cx="3874320" cy="2529840"/>
        </p:xfrm>
        <a:graphic>
          <a:graphicData uri="http://schemas.openxmlformats.org/drawingml/2006/table">
            <a:tbl>
              <a:tblPr/>
              <a:tblGrid>
                <a:gridCol w="752040">
                  <a:extLst>
                    <a:ext uri="{9D8B030D-6E8A-4147-A177-3AD203B41FA5}">
                      <a16:colId xmlns:a16="http://schemas.microsoft.com/office/drawing/2014/main" val="20000"/>
                    </a:ext>
                  </a:extLst>
                </a:gridCol>
                <a:gridCol w="902880">
                  <a:extLst>
                    <a:ext uri="{9D8B030D-6E8A-4147-A177-3AD203B41FA5}">
                      <a16:colId xmlns:a16="http://schemas.microsoft.com/office/drawing/2014/main" val="20001"/>
                    </a:ext>
                  </a:extLst>
                </a:gridCol>
                <a:gridCol w="733320">
                  <a:extLst>
                    <a:ext uri="{9D8B030D-6E8A-4147-A177-3AD203B41FA5}">
                      <a16:colId xmlns:a16="http://schemas.microsoft.com/office/drawing/2014/main" val="20002"/>
                    </a:ext>
                  </a:extLst>
                </a:gridCol>
                <a:gridCol w="723960">
                  <a:extLst>
                    <a:ext uri="{9D8B030D-6E8A-4147-A177-3AD203B41FA5}">
                      <a16:colId xmlns:a16="http://schemas.microsoft.com/office/drawing/2014/main" val="20003"/>
                    </a:ext>
                  </a:extLst>
                </a:gridCol>
                <a:gridCol w="762120">
                  <a:extLst>
                    <a:ext uri="{9D8B030D-6E8A-4147-A177-3AD203B41FA5}">
                      <a16:colId xmlns:a16="http://schemas.microsoft.com/office/drawing/2014/main" val="20004"/>
                    </a:ext>
                  </a:extLst>
                </a:gridCol>
              </a:tblGrid>
              <a:tr h="460440">
                <a:tc>
                  <a:txBody>
                    <a:bodyPr/>
                    <a:lstStyle/>
                    <a:p>
                      <a:pPr algn="ctr">
                        <a:lnSpc>
                          <a:spcPct val="100000"/>
                        </a:lnSpc>
                      </a:pPr>
                      <a:r>
                        <a:rPr lang="en-IN" sz="1300" b="1" strike="noStrike" spc="-1">
                          <a:solidFill>
                            <a:srgbClr val="FFFFFF"/>
                          </a:solidFill>
                          <a:latin typeface="Times New Roman"/>
                        </a:rPr>
                        <a:t>Feature</a:t>
                      </a:r>
                      <a:endParaRPr lang="en-IN" sz="1300" b="1" strike="noStrike" spc="-1">
                        <a:solidFill>
                          <a:srgbClr val="FFFFFF"/>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r>
                        <a:rPr lang="en-IN" sz="1300" b="1" strike="noStrike" spc="-1">
                          <a:solidFill>
                            <a:srgbClr val="FFFFFF"/>
                          </a:solidFill>
                          <a:latin typeface="Arial"/>
                        </a:rPr>
                        <a:t>Raseberry pi zero </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r>
                        <a:rPr lang="en-IN" sz="1300" b="1" strike="noStrike" spc="-1">
                          <a:solidFill>
                            <a:srgbClr val="FFFFFF"/>
                          </a:solidFill>
                          <a:latin typeface="Arial"/>
                        </a:rPr>
                        <a:t>Orange pi zero</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r>
                        <a:rPr lang="en-IN" sz="1300" b="1" strike="noStrike" spc="-1">
                          <a:solidFill>
                            <a:srgbClr val="FFFFFF"/>
                          </a:solidFill>
                          <a:latin typeface="Arial"/>
                        </a:rPr>
                        <a:t>Banana pi zero</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r>
                        <a:rPr lang="en-IN" sz="1300" b="1" strike="noStrike" spc="-1">
                          <a:solidFill>
                            <a:srgbClr val="FFFFFF"/>
                          </a:solidFill>
                          <a:latin typeface="Arial"/>
                        </a:rPr>
                        <a:t>Arduino due </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extLst>
                  <a:ext uri="{0D108BD9-81ED-4DB2-BD59-A6C34878D82A}">
                    <a16:rowId xmlns:a16="http://schemas.microsoft.com/office/drawing/2014/main" val="10000"/>
                  </a:ext>
                </a:extLst>
              </a:tr>
              <a:tr h="460440">
                <a:tc>
                  <a:txBody>
                    <a:bodyPr/>
                    <a:lstStyle/>
                    <a:p>
                      <a:pPr algn="ctr"/>
                      <a:r>
                        <a:rPr lang="en-IN" sz="1300" b="0" strike="noStrike" spc="-1">
                          <a:solidFill>
                            <a:srgbClr val="000000"/>
                          </a:solidFill>
                          <a:latin typeface="Arial"/>
                        </a:rPr>
                        <a:t>GPIO pins</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40</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26</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40</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54</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extLst>
                  <a:ext uri="{0D108BD9-81ED-4DB2-BD59-A6C34878D82A}">
                    <a16:rowId xmlns:a16="http://schemas.microsoft.com/office/drawing/2014/main" val="10001"/>
                  </a:ext>
                </a:extLst>
              </a:tr>
              <a:tr h="460440">
                <a:tc>
                  <a:txBody>
                    <a:bodyPr/>
                    <a:lstStyle/>
                    <a:p>
                      <a:pPr algn="ctr"/>
                      <a:r>
                        <a:rPr lang="en-IN" sz="1300" b="0" strike="noStrike" spc="-1">
                          <a:solidFill>
                            <a:srgbClr val="000000"/>
                          </a:solidFill>
                          <a:latin typeface="Arial"/>
                        </a:rPr>
                        <a:t>Wireless</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Wifi &amp; Bluetooth</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wifi</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wifi</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Nil</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extLst>
                  <a:ext uri="{0D108BD9-81ED-4DB2-BD59-A6C34878D82A}">
                    <a16:rowId xmlns:a16="http://schemas.microsoft.com/office/drawing/2014/main" val="10002"/>
                  </a:ext>
                </a:extLst>
              </a:tr>
              <a:tr h="276120">
                <a:tc>
                  <a:txBody>
                    <a:bodyPr/>
                    <a:lstStyle/>
                    <a:p>
                      <a:pPr algn="ctr"/>
                      <a:r>
                        <a:rPr lang="en-IN" sz="1300" b="0" strike="noStrike" spc="-1">
                          <a:solidFill>
                            <a:srgbClr val="000000"/>
                          </a:solidFill>
                          <a:latin typeface="Arial"/>
                        </a:rPr>
                        <a:t>Cam</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Yes</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Yes</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Yes</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No</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extLst>
                  <a:ext uri="{0D108BD9-81ED-4DB2-BD59-A6C34878D82A}">
                    <a16:rowId xmlns:a16="http://schemas.microsoft.com/office/drawing/2014/main" val="10003"/>
                  </a:ext>
                </a:extLst>
              </a:tr>
              <a:tr h="460440">
                <a:tc>
                  <a:txBody>
                    <a:bodyPr/>
                    <a:lstStyle/>
                    <a:p>
                      <a:pPr algn="ctr"/>
                      <a:r>
                        <a:rPr lang="en-IN" sz="1300" b="0" strike="noStrike" spc="-1">
                          <a:solidFill>
                            <a:srgbClr val="000000"/>
                          </a:solidFill>
                          <a:latin typeface="Arial"/>
                        </a:rPr>
                        <a:t>Storage</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MicroSD</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MicroSD</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MicroSD</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r>
                        <a:rPr lang="en-IN" sz="1300" b="0" strike="noStrike" spc="-1">
                          <a:solidFill>
                            <a:srgbClr val="000000"/>
                          </a:solidFill>
                          <a:latin typeface="Arial"/>
                        </a:rPr>
                        <a:t>Flash (512KB)</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extLst>
                  <a:ext uri="{0D108BD9-81ED-4DB2-BD59-A6C34878D82A}">
                    <a16:rowId xmlns:a16="http://schemas.microsoft.com/office/drawing/2014/main" val="10004"/>
                  </a:ext>
                </a:extLst>
              </a:tr>
              <a:tr h="276120">
                <a:tc>
                  <a:txBody>
                    <a:bodyPr/>
                    <a:lstStyle/>
                    <a:p>
                      <a:pPr algn="ctr"/>
                      <a:r>
                        <a:rPr lang="en-IN" sz="1300" b="0" strike="noStrike" spc="-1">
                          <a:solidFill>
                            <a:srgbClr val="000000"/>
                          </a:solidFill>
                          <a:latin typeface="Arial"/>
                        </a:rPr>
                        <a:t>Price</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r>
                        <a:rPr lang="en-IN" sz="1300" b="0" strike="noStrike" spc="-1">
                          <a:solidFill>
                            <a:srgbClr val="000000"/>
                          </a:solidFill>
                          <a:latin typeface="Times New Roman"/>
                        </a:rPr>
                        <a:t>     1650</a:t>
                      </a:r>
                    </a:p>
                  </a:txBody>
                  <a:tcPr marL="36000" marR="36000" anchor="ctr">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2300</a:t>
                      </a:r>
                    </a:p>
                  </a:txBody>
                  <a:tcPr marL="36000" marR="36000" anchor="ctr">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2500</a:t>
                      </a:r>
                    </a:p>
                  </a:txBody>
                  <a:tcPr marL="36000" marR="36000" anchor="ctr">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r>
                        <a:rPr lang="en-IN" sz="1300" b="0" strike="noStrike" spc="-1">
                          <a:solidFill>
                            <a:srgbClr val="000000"/>
                          </a:solidFill>
                          <a:latin typeface="Arial"/>
                        </a:rPr>
                        <a:t>3100</a:t>
                      </a:r>
                    </a:p>
                  </a:txBody>
                  <a:tcPr marL="36000" marR="36000" anchor="ctr">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extLst>
                  <a:ext uri="{0D108BD9-81ED-4DB2-BD59-A6C34878D82A}">
                    <a16:rowId xmlns:a16="http://schemas.microsoft.com/office/drawing/2014/main" val="10005"/>
                  </a:ext>
                </a:extLst>
              </a:tr>
            </a:tbl>
          </a:graphicData>
        </a:graphic>
      </p:graphicFrame>
      <p:sp>
        <p:nvSpPr>
          <p:cNvPr id="83" name="Arrow: Left 82"/>
          <p:cNvSpPr/>
          <p:nvPr/>
        </p:nvSpPr>
        <p:spPr>
          <a:xfrm rot="20632800">
            <a:off x="3340080" y="1221840"/>
            <a:ext cx="1241280" cy="359280"/>
          </a:xfrm>
          <a:prstGeom prst="leftArrow">
            <a:avLst>
              <a:gd name="adj1" fmla="val 50000"/>
              <a:gd name="adj2" fmla="val 86250"/>
            </a:avLst>
          </a:prstGeom>
          <a:solidFill>
            <a:srgbClr val="81D41A"/>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800" b="0" strike="noStrike" spc="-1">
              <a:solidFill>
                <a:srgbClr val="000000"/>
              </a:solidFill>
              <a:latin typeface="Arial"/>
              <a:ea typeface="DejaVu Sans"/>
            </a:endParaRPr>
          </a:p>
        </p:txBody>
      </p:sp>
      <p:graphicFrame>
        <p:nvGraphicFramePr>
          <p:cNvPr id="84" name="Table 83"/>
          <p:cNvGraphicFramePr/>
          <p:nvPr/>
        </p:nvGraphicFramePr>
        <p:xfrm>
          <a:off x="8166960" y="1966680"/>
          <a:ext cx="3423960" cy="1196640"/>
        </p:xfrm>
        <a:graphic>
          <a:graphicData uri="http://schemas.openxmlformats.org/drawingml/2006/table">
            <a:tbl>
              <a:tblPr/>
              <a:tblGrid>
                <a:gridCol w="952560">
                  <a:extLst>
                    <a:ext uri="{9D8B030D-6E8A-4147-A177-3AD203B41FA5}">
                      <a16:colId xmlns:a16="http://schemas.microsoft.com/office/drawing/2014/main" val="20000"/>
                    </a:ext>
                  </a:extLst>
                </a:gridCol>
                <a:gridCol w="759240">
                  <a:extLst>
                    <a:ext uri="{9D8B030D-6E8A-4147-A177-3AD203B41FA5}">
                      <a16:colId xmlns:a16="http://schemas.microsoft.com/office/drawing/2014/main" val="20001"/>
                    </a:ext>
                  </a:extLst>
                </a:gridCol>
                <a:gridCol w="856440">
                  <a:extLst>
                    <a:ext uri="{9D8B030D-6E8A-4147-A177-3AD203B41FA5}">
                      <a16:colId xmlns:a16="http://schemas.microsoft.com/office/drawing/2014/main" val="20002"/>
                    </a:ext>
                  </a:extLst>
                </a:gridCol>
                <a:gridCol w="855720">
                  <a:extLst>
                    <a:ext uri="{9D8B030D-6E8A-4147-A177-3AD203B41FA5}">
                      <a16:colId xmlns:a16="http://schemas.microsoft.com/office/drawing/2014/main" val="20003"/>
                    </a:ext>
                  </a:extLst>
                </a:gridCol>
              </a:tblGrid>
              <a:tr h="276840">
                <a:tc>
                  <a:txBody>
                    <a:bodyPr/>
                    <a:lstStyle/>
                    <a:p>
                      <a:pPr algn="ctr">
                        <a:lnSpc>
                          <a:spcPct val="100000"/>
                        </a:lnSpc>
                      </a:pPr>
                      <a:r>
                        <a:rPr lang="en-IN" sz="1200" b="1" strike="noStrike" spc="-1">
                          <a:solidFill>
                            <a:srgbClr val="FFFFFF"/>
                          </a:solidFill>
                          <a:latin typeface="Arial"/>
                        </a:rPr>
                        <a:t>Aspects</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lnSpc>
                          <a:spcPct val="100000"/>
                        </a:lnSpc>
                      </a:pPr>
                      <a:r>
                        <a:rPr lang="en-IN" sz="1200" b="1" strike="noStrike" spc="-1">
                          <a:solidFill>
                            <a:srgbClr val="FFFFFF"/>
                          </a:solidFill>
                          <a:latin typeface="Arial"/>
                        </a:rPr>
                        <a:t>Python</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lnSpc>
                          <a:spcPct val="100000"/>
                        </a:lnSpc>
                      </a:pPr>
                      <a:r>
                        <a:rPr lang="en-IN" sz="1200" b="1" strike="noStrike" spc="-1">
                          <a:solidFill>
                            <a:srgbClr val="FFFFFF"/>
                          </a:solidFill>
                          <a:latin typeface="Arial"/>
                        </a:rPr>
                        <a:t>C/C++</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a:lstStyle/>
                    <a:p>
                      <a:pPr algn="ctr">
                        <a:lnSpc>
                          <a:spcPct val="100000"/>
                        </a:lnSpc>
                      </a:pPr>
                      <a:r>
                        <a:rPr lang="en-IN" sz="1200" b="1" strike="noStrike" spc="-1">
                          <a:solidFill>
                            <a:srgbClr val="FFFFFF"/>
                          </a:solidFill>
                          <a:latin typeface="Arial"/>
                        </a:rPr>
                        <a:t>Java</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extLst>
                  <a:ext uri="{0D108BD9-81ED-4DB2-BD59-A6C34878D82A}">
                    <a16:rowId xmlns:a16="http://schemas.microsoft.com/office/drawing/2014/main" val="10000"/>
                  </a:ext>
                </a:extLst>
              </a:tr>
              <a:tr h="276840">
                <a:tc>
                  <a:txBody>
                    <a:bodyPr/>
                    <a:lstStyle/>
                    <a:p>
                      <a:pPr algn="ctr">
                        <a:lnSpc>
                          <a:spcPct val="100000"/>
                        </a:lnSpc>
                      </a:pPr>
                      <a:r>
                        <a:rPr lang="en-IN" sz="1200" b="1" strike="noStrike" spc="-1">
                          <a:solidFill>
                            <a:srgbClr val="000000"/>
                          </a:solidFill>
                          <a:latin typeface="Arial"/>
                        </a:rPr>
                        <a:t>Learn</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lnSpc>
                          <a:spcPct val="100000"/>
                        </a:lnSpc>
                      </a:pPr>
                      <a:r>
                        <a:rPr lang="en-IN" sz="1200" b="0" strike="noStrike" spc="-1">
                          <a:solidFill>
                            <a:srgbClr val="000000"/>
                          </a:solidFill>
                          <a:latin typeface="Arial"/>
                        </a:rPr>
                        <a:t>Easy</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lnSpc>
                          <a:spcPct val="100000"/>
                        </a:lnSpc>
                      </a:pPr>
                      <a:r>
                        <a:rPr lang="en-IN" sz="1200" b="0" strike="noStrike" spc="-1">
                          <a:solidFill>
                            <a:srgbClr val="000000"/>
                          </a:solidFill>
                          <a:latin typeface="Arial"/>
                        </a:rPr>
                        <a:t>Moderate</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lnSpc>
                          <a:spcPct val="100000"/>
                        </a:lnSpc>
                      </a:pPr>
                      <a:r>
                        <a:rPr lang="en-IN" sz="1200" b="0" strike="noStrike" spc="-1">
                          <a:solidFill>
                            <a:srgbClr val="000000"/>
                          </a:solidFill>
                          <a:latin typeface="Arial"/>
                        </a:rPr>
                        <a:t>Moderate</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extLst>
                  <a:ext uri="{0D108BD9-81ED-4DB2-BD59-A6C34878D82A}">
                    <a16:rowId xmlns:a16="http://schemas.microsoft.com/office/drawing/2014/main" val="10001"/>
                  </a:ext>
                </a:extLst>
              </a:tr>
              <a:tr h="276840">
                <a:tc>
                  <a:txBody>
                    <a:bodyPr/>
                    <a:lstStyle/>
                    <a:p>
                      <a:pPr algn="ctr">
                        <a:lnSpc>
                          <a:spcPct val="100000"/>
                        </a:lnSpc>
                      </a:pPr>
                      <a:r>
                        <a:rPr lang="en-IN" sz="1200" b="1" strike="noStrike" spc="-1">
                          <a:solidFill>
                            <a:srgbClr val="000000"/>
                          </a:solidFill>
                          <a:latin typeface="Arial"/>
                        </a:rPr>
                        <a:t>Speed</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lnSpc>
                          <a:spcPct val="100000"/>
                        </a:lnSpc>
                      </a:pPr>
                      <a:r>
                        <a:rPr lang="en-IN" sz="1200" b="0" strike="noStrike" spc="-1">
                          <a:solidFill>
                            <a:srgbClr val="000000"/>
                          </a:solidFill>
                          <a:latin typeface="Arial"/>
                        </a:rPr>
                        <a:t>Fast</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lnSpc>
                          <a:spcPct val="100000"/>
                        </a:lnSpc>
                      </a:pPr>
                      <a:r>
                        <a:rPr lang="en-IN" sz="1200" b="0" strike="noStrike" spc="-1">
                          <a:solidFill>
                            <a:srgbClr val="000000"/>
                          </a:solidFill>
                          <a:latin typeface="Arial"/>
                        </a:rPr>
                        <a:t>Slow</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a:lstStyle/>
                    <a:p>
                      <a:pPr algn="ctr">
                        <a:lnSpc>
                          <a:spcPct val="100000"/>
                        </a:lnSpc>
                      </a:pPr>
                      <a:r>
                        <a:rPr lang="en-IN" sz="1200" b="0" strike="noStrike" spc="-1">
                          <a:solidFill>
                            <a:srgbClr val="000000"/>
                          </a:solidFill>
                          <a:latin typeface="Arial"/>
                        </a:rPr>
                        <a:t>Moderate</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extLst>
                  <a:ext uri="{0D108BD9-81ED-4DB2-BD59-A6C34878D82A}">
                    <a16:rowId xmlns:a16="http://schemas.microsoft.com/office/drawing/2014/main" val="10002"/>
                  </a:ext>
                </a:extLst>
              </a:tr>
              <a:tr h="366120">
                <a:tc>
                  <a:txBody>
                    <a:bodyPr/>
                    <a:lstStyle/>
                    <a:p>
                      <a:pPr algn="ctr">
                        <a:lnSpc>
                          <a:spcPct val="100000"/>
                        </a:lnSpc>
                      </a:pPr>
                      <a:r>
                        <a:rPr lang="en-IN" sz="1200" b="1" strike="noStrike" spc="-1">
                          <a:solidFill>
                            <a:srgbClr val="000000"/>
                          </a:solidFill>
                          <a:latin typeface="Arial"/>
                        </a:rPr>
                        <a:t>Intergration</a:t>
                      </a:r>
                      <a:endParaRPr lang="en-IN" sz="1200" b="0" strike="noStrike" spc="-1">
                        <a:solidFill>
                          <a:srgbClr val="000000"/>
                        </a:solidFill>
                        <a:latin typeface="Arial"/>
                      </a:endParaRP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lnSpc>
                          <a:spcPct val="100000"/>
                        </a:lnSpc>
                      </a:pPr>
                      <a:r>
                        <a:rPr lang="en-IN" sz="1200" b="0" strike="noStrike" spc="-1">
                          <a:solidFill>
                            <a:srgbClr val="000000"/>
                          </a:solidFill>
                          <a:latin typeface="Arial"/>
                        </a:rPr>
                        <a:t>Excellent</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lnSpc>
                          <a:spcPct val="100000"/>
                        </a:lnSpc>
                      </a:pPr>
                      <a:r>
                        <a:rPr lang="en-IN" sz="1200" b="0" strike="noStrike" spc="-1">
                          <a:solidFill>
                            <a:srgbClr val="000000"/>
                          </a:solidFill>
                          <a:latin typeface="Arial"/>
                        </a:rPr>
                        <a:t>Good</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a:lstStyle/>
                    <a:p>
                      <a:pPr algn="ctr">
                        <a:lnSpc>
                          <a:spcPct val="100000"/>
                        </a:lnSpc>
                      </a:pPr>
                      <a:r>
                        <a:rPr lang="en-IN" sz="1200" b="0" strike="noStrike" spc="-1">
                          <a:solidFill>
                            <a:srgbClr val="000000"/>
                          </a:solidFill>
                          <a:latin typeface="Arial"/>
                        </a:rPr>
                        <a:t>Good</a:t>
                      </a:r>
                    </a:p>
                  </a:txBody>
                  <a:tcPr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extLst>
                  <a:ext uri="{0D108BD9-81ED-4DB2-BD59-A6C34878D82A}">
                    <a16:rowId xmlns:a16="http://schemas.microsoft.com/office/drawing/2014/main" val="10003"/>
                  </a:ext>
                </a:extLst>
              </a:tr>
            </a:tbl>
          </a:graphicData>
        </a:graphic>
      </p:graphicFrame>
      <p:sp>
        <p:nvSpPr>
          <p:cNvPr id="85" name="Arrow: Left 84"/>
          <p:cNvSpPr/>
          <p:nvPr/>
        </p:nvSpPr>
        <p:spPr>
          <a:xfrm rot="332400" flipH="1">
            <a:off x="7374600" y="1087920"/>
            <a:ext cx="1038960" cy="359280"/>
          </a:xfrm>
          <a:prstGeom prst="leftArrow">
            <a:avLst>
              <a:gd name="adj1" fmla="val 44344"/>
              <a:gd name="adj2" fmla="val 86250"/>
            </a:avLst>
          </a:prstGeom>
          <a:solidFill>
            <a:srgbClr val="81D41A"/>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IN" sz="1800" b="0" strike="noStrike" spc="-1">
              <a:solidFill>
                <a:srgbClr val="000000"/>
              </a:solidFill>
              <a:latin typeface="Arial"/>
              <a:ea typeface="DejaVu Sans"/>
            </a:endParaRPr>
          </a:p>
        </p:txBody>
      </p:sp>
      <p:sp>
        <p:nvSpPr>
          <p:cNvPr id="86" name="Rectangle 85"/>
          <p:cNvSpPr/>
          <p:nvPr/>
        </p:nvSpPr>
        <p:spPr>
          <a:xfrm>
            <a:off x="0" y="4497480"/>
            <a:ext cx="4845960" cy="1078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spcBef>
                <a:spcPts val="283"/>
              </a:spcBef>
              <a:spcAft>
                <a:spcPts val="283"/>
              </a:spcAft>
              <a:buClr>
                <a:srgbClr val="000000"/>
              </a:buClr>
              <a:buSzPct val="45000"/>
              <a:buFont typeface="Wingdings" charset="2"/>
              <a:buChar char=""/>
            </a:pPr>
            <a:r>
              <a:rPr lang="en-IN" sz="1500" b="0" strike="noStrike" spc="-1">
                <a:solidFill>
                  <a:srgbClr val="000000"/>
                </a:solidFill>
                <a:latin typeface="Times New Roman"/>
              </a:rPr>
              <a:t>It has 12V rechargeable lithium-ion battery which powers the rover and has a solar panel as sustainable energy.</a:t>
            </a:r>
            <a:endParaRPr lang="en-IN" sz="1500" b="0" strike="noStrike" spc="-1">
              <a:solidFill>
                <a:srgbClr val="000000"/>
              </a:solidFill>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IN" sz="1500" b="0" strike="noStrike" spc="-1">
                <a:solidFill>
                  <a:srgbClr val="000000"/>
                </a:solidFill>
                <a:latin typeface="Times New Roman"/>
              </a:rPr>
              <a:t>And integrated with soil moisture, temperature and humidity sensor to collect real time data.</a:t>
            </a:r>
            <a:endParaRPr lang="en-IN" sz="1500" b="0" strike="noStrike" spc="-1">
              <a:solidFill>
                <a:srgbClr val="000000"/>
              </a:solidFill>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IN" sz="1500" b="0" strike="noStrike" spc="-1">
                <a:solidFill>
                  <a:srgbClr val="000000"/>
                </a:solidFill>
                <a:latin typeface="Times New Roman"/>
              </a:rPr>
              <a:t>Uses ultrasonic sensors,camera and lidar sharp for its anti-fall ability to track its path and identifying dry leaves.</a:t>
            </a:r>
            <a:endParaRPr lang="en-IN" sz="1500" b="0" strike="noStrike" spc="-1">
              <a:solidFill>
                <a:srgbClr val="000000"/>
              </a:solidFill>
              <a:latin typeface="Arial"/>
            </a:endParaRPr>
          </a:p>
        </p:txBody>
      </p:sp>
      <p:pic>
        <p:nvPicPr>
          <p:cNvPr id="87" name="Picture 86"/>
          <p:cNvPicPr/>
          <p:nvPr/>
        </p:nvPicPr>
        <p:blipFill>
          <a:blip r:embed="rId3"/>
          <a:stretch/>
        </p:blipFill>
        <p:spPr>
          <a:xfrm>
            <a:off x="4995720" y="5266440"/>
            <a:ext cx="1963440" cy="1024560"/>
          </a:xfrm>
          <a:prstGeom prst="rect">
            <a:avLst/>
          </a:prstGeom>
          <a:ln w="0">
            <a:noFill/>
          </a:ln>
        </p:spPr>
      </p:pic>
      <p:sp>
        <p:nvSpPr>
          <p:cNvPr id="88" name="Arrow: Left-Right 87"/>
          <p:cNvSpPr/>
          <p:nvPr/>
        </p:nvSpPr>
        <p:spPr>
          <a:xfrm>
            <a:off x="7015680" y="5638680"/>
            <a:ext cx="318240" cy="92160"/>
          </a:xfrm>
          <a:prstGeom prst="leftRightArrow">
            <a:avLst>
              <a:gd name="adj1" fmla="val 50000"/>
              <a:gd name="adj2" fmla="val 68743"/>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1080" rIns="90000" bIns="1080" anchor="ctr">
            <a:noAutofit/>
          </a:bodyPr>
          <a:lstStyle/>
          <a:p>
            <a:endParaRPr lang="en-IN" sz="1800" b="0" strike="noStrike" spc="-1">
              <a:solidFill>
                <a:srgbClr val="000000"/>
              </a:solidFill>
              <a:latin typeface="Arial"/>
            </a:endParaRPr>
          </a:p>
        </p:txBody>
      </p:sp>
      <p:pic>
        <p:nvPicPr>
          <p:cNvPr id="91" name="Picture 90"/>
          <p:cNvPicPr/>
          <p:nvPr/>
        </p:nvPicPr>
        <p:blipFill>
          <a:blip r:embed="rId4"/>
          <a:srcRect t="2618" b="5881"/>
          <a:stretch/>
        </p:blipFill>
        <p:spPr>
          <a:xfrm>
            <a:off x="7498440" y="3396240"/>
            <a:ext cx="1762200" cy="2866680"/>
          </a:xfrm>
          <a:prstGeom prst="rect">
            <a:avLst/>
          </a:prstGeom>
          <a:ln w="0">
            <a:noFill/>
          </a:ln>
        </p:spPr>
      </p:pic>
      <p:sp>
        <p:nvSpPr>
          <p:cNvPr id="92" name="TextBox 91"/>
          <p:cNvSpPr txBox="1"/>
          <p:nvPr/>
        </p:nvSpPr>
        <p:spPr>
          <a:xfrm>
            <a:off x="9304560" y="3502800"/>
            <a:ext cx="2772000" cy="2613240"/>
          </a:xfrm>
          <a:prstGeom prst="rect">
            <a:avLst/>
          </a:prstGeom>
          <a:noFill/>
          <a:ln w="0">
            <a:noFill/>
          </a:ln>
        </p:spPr>
        <p:txBody>
          <a:bodyPr lIns="90000" tIns="45000" rIns="90000" bIns="45000" anchor="t">
            <a:noAutofit/>
          </a:bodyPr>
          <a:lstStyle/>
          <a:p>
            <a:pPr marL="216000" indent="-216000">
              <a:buClr>
                <a:srgbClr val="000000"/>
              </a:buClr>
              <a:buSzPct val="45000"/>
              <a:buFont typeface="Wingdings" charset="2"/>
              <a:buChar char=""/>
            </a:pPr>
            <a:r>
              <a:rPr lang="en-IN" sz="1500" b="0" strike="noStrike" spc="-1">
                <a:solidFill>
                  <a:srgbClr val="000000"/>
                </a:solidFill>
                <a:latin typeface="Times New Roman"/>
              </a:rPr>
              <a:t>Python language is used due its extensive libraries and simplicity.</a:t>
            </a:r>
            <a:endParaRPr lang="en-IN" sz="1500" b="0" strike="noStrike" spc="-1">
              <a:solidFill>
                <a:srgbClr val="000000"/>
              </a:solidFill>
              <a:latin typeface="Arial"/>
            </a:endParaRPr>
          </a:p>
          <a:p>
            <a:pPr marL="216000" indent="-216000">
              <a:buClr>
                <a:srgbClr val="000000"/>
              </a:buClr>
              <a:buSzPct val="45000"/>
              <a:buFont typeface="Wingdings" charset="2"/>
              <a:buChar char=""/>
            </a:pPr>
            <a:r>
              <a:rPr lang="en-IN" sz="1500" b="0" strike="noStrike" spc="-1">
                <a:solidFill>
                  <a:srgbClr val="000000"/>
                </a:solidFill>
                <a:latin typeface="Times New Roman"/>
              </a:rPr>
              <a:t>Farmer understandable interface to show real-time data.</a:t>
            </a:r>
            <a:endParaRPr lang="en-IN" sz="1500" b="0" strike="noStrike" spc="-1">
              <a:solidFill>
                <a:srgbClr val="000000"/>
              </a:solidFill>
              <a:latin typeface="Arial"/>
            </a:endParaRPr>
          </a:p>
          <a:p>
            <a:pPr marL="216000" indent="-216000">
              <a:buClr>
                <a:srgbClr val="000000"/>
              </a:buClr>
              <a:buSzPct val="45000"/>
              <a:buFont typeface="Wingdings" charset="2"/>
              <a:buChar char=""/>
            </a:pPr>
            <a:r>
              <a:rPr lang="en-IN" sz="1500" b="0" strike="noStrike" spc="-1">
                <a:solidFill>
                  <a:srgbClr val="000000"/>
                </a:solidFill>
                <a:latin typeface="Times New Roman"/>
              </a:rPr>
              <a:t>This user friendly interface allows farmers to remotely control the rover.</a:t>
            </a:r>
            <a:endParaRPr lang="en-IN" sz="1500" b="0" strike="noStrike" spc="-1">
              <a:solidFill>
                <a:srgbClr val="000000"/>
              </a:solidFill>
              <a:latin typeface="Arial"/>
            </a:endParaRPr>
          </a:p>
          <a:p>
            <a:endParaRPr lang="en-IN" sz="1500" b="0" strike="noStrike" spc="-1">
              <a:solidFill>
                <a:srgbClr val="000000"/>
              </a:solidFill>
              <a:latin typeface="Arial"/>
            </a:endParaRPr>
          </a:p>
        </p:txBody>
      </p:sp>
      <p:sp>
        <p:nvSpPr>
          <p:cNvPr id="93" name="Arrow: Left-Right 92"/>
          <p:cNvSpPr/>
          <p:nvPr/>
        </p:nvSpPr>
        <p:spPr>
          <a:xfrm>
            <a:off x="4532040" y="5639040"/>
            <a:ext cx="318240" cy="92160"/>
          </a:xfrm>
          <a:prstGeom prst="leftRightArrow">
            <a:avLst>
              <a:gd name="adj1" fmla="val 50000"/>
              <a:gd name="adj2" fmla="val 68743"/>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1080" rIns="90000" bIns="1080" anchor="ctr">
            <a:noAutofit/>
          </a:bodyPr>
          <a:lstStyle/>
          <a:p>
            <a:endParaRPr lang="en-IN" sz="1800" b="0" strike="noStrike" spc="-1">
              <a:solidFill>
                <a:srgbClr val="000000"/>
              </a:solidFill>
              <a:latin typeface="Arial"/>
            </a:endParaRPr>
          </a:p>
        </p:txBody>
      </p:sp>
      <p:pic>
        <p:nvPicPr>
          <p:cNvPr id="3" name="Picture 2">
            <a:extLst>
              <a:ext uri="{FF2B5EF4-FFF2-40B4-BE49-F238E27FC236}">
                <a16:creationId xmlns:a16="http://schemas.microsoft.com/office/drawing/2014/main" id="{18A38D3D-835B-204D-6441-A97086006346}"/>
              </a:ext>
            </a:extLst>
          </p:cNvPr>
          <p:cNvPicPr>
            <a:picLocks noChangeAspect="1"/>
          </p:cNvPicPr>
          <p:nvPr/>
        </p:nvPicPr>
        <p:blipFill>
          <a:blip r:embed="rId5"/>
          <a:stretch>
            <a:fillRect/>
          </a:stretch>
        </p:blipFill>
        <p:spPr>
          <a:xfrm>
            <a:off x="4317480" y="1560233"/>
            <a:ext cx="3180960" cy="18687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9"/>
          <p:cNvSpPr/>
          <p:nvPr/>
        </p:nvSpPr>
        <p:spPr>
          <a:xfrm>
            <a:off x="0" y="6354720"/>
            <a:ext cx="12188880" cy="500040"/>
          </a:xfrm>
          <a:prstGeom prst="rect">
            <a:avLst/>
          </a:prstGeom>
          <a:solidFill>
            <a:srgbClr val="0070C0"/>
          </a:solidFill>
          <a:ln w="9360">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strike="noStrike" spc="-1">
              <a:solidFill>
                <a:srgbClr val="953735"/>
              </a:solidFill>
              <a:latin typeface="Calibri"/>
              <a:ea typeface="ＭＳ Ｐゴシック"/>
            </a:endParaRPr>
          </a:p>
        </p:txBody>
      </p:sp>
      <p:sp>
        <p:nvSpPr>
          <p:cNvPr id="95" name="PlaceHolder 1"/>
          <p:cNvSpPr>
            <a:spLocks noGrp="1"/>
          </p:cNvSpPr>
          <p:nvPr>
            <p:ph type="title"/>
          </p:nvPr>
        </p:nvSpPr>
        <p:spPr>
          <a:xfrm>
            <a:off x="609480" y="-47520"/>
            <a:ext cx="10969560" cy="11397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strike="noStrike" spc="-1">
                <a:solidFill>
                  <a:schemeClr val="dk1"/>
                </a:solidFill>
                <a:latin typeface="Times New Roman"/>
                <a:ea typeface="ＭＳ Ｐゴシック"/>
              </a:rPr>
              <a:t>FEASIBILITY AND VIABILITY</a:t>
            </a:r>
            <a:endParaRPr lang="en-IN" sz="3600" b="0" strike="noStrike" spc="-1">
              <a:solidFill>
                <a:srgbClr val="000000"/>
              </a:solidFill>
              <a:latin typeface="Arial"/>
            </a:endParaRPr>
          </a:p>
        </p:txBody>
      </p:sp>
      <p:sp>
        <p:nvSpPr>
          <p:cNvPr id="96" name="PlaceHolder 2"/>
          <p:cNvSpPr>
            <a:spLocks noGrp="1"/>
          </p:cNvSpPr>
          <p:nvPr>
            <p:ph type="sldNum" idx="11"/>
          </p:nvPr>
        </p:nvSpPr>
        <p:spPr>
          <a:xfrm>
            <a:off x="8737560" y="6356520"/>
            <a:ext cx="2841480" cy="36180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rgbClr val="FFFFFF"/>
                </a:solidFill>
                <a:latin typeface="TradeGothic"/>
                <a:ea typeface="ＭＳ Ｐゴシック"/>
              </a:defRPr>
            </a:lvl1pPr>
          </a:lstStyle>
          <a:p>
            <a:pPr indent="0" algn="r" defTabSz="457200">
              <a:lnSpc>
                <a:spcPct val="100000"/>
              </a:lnSpc>
              <a:buNone/>
              <a:tabLst>
                <a:tab pos="0" algn="l"/>
              </a:tabLst>
            </a:pPr>
            <a:fld id="{08CD57C2-BDC8-4AD5-86DC-2F0618A90286}" type="slidenum">
              <a:rPr lang="en-US" sz="1200" b="1" strike="noStrike" spc="-1">
                <a:solidFill>
                  <a:srgbClr val="FFFFFF"/>
                </a:solidFill>
                <a:latin typeface="TradeGothic"/>
                <a:ea typeface="ＭＳ Ｐゴシック"/>
              </a:rPr>
              <a:t>3</a:t>
            </a:fld>
            <a:endParaRPr lang="en-IN" sz="1200" b="0" strike="noStrike" spc="-1">
              <a:solidFill>
                <a:srgbClr val="000000"/>
              </a:solidFill>
              <a:latin typeface="Times New Roman"/>
            </a:endParaRPr>
          </a:p>
        </p:txBody>
      </p:sp>
      <p:sp>
        <p:nvSpPr>
          <p:cNvPr id="97" name="PlaceHolder 3"/>
          <p:cNvSpPr>
            <a:spLocks noGrp="1"/>
          </p:cNvSpPr>
          <p:nvPr>
            <p:ph type="ftr" idx="12"/>
          </p:nvPr>
        </p:nvSpPr>
        <p:spPr>
          <a:xfrm>
            <a:off x="4648320" y="6356520"/>
            <a:ext cx="3200760" cy="361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rgbClr val="FFFFFF"/>
                </a:solidFill>
                <a:latin typeface="TradeGothic"/>
              </a:defRPr>
            </a:lvl1pPr>
          </a:lstStyle>
          <a:p>
            <a:pPr indent="0" algn="ctr" defTabSz="457200">
              <a:lnSpc>
                <a:spcPct val="100000"/>
              </a:lnSpc>
              <a:buNone/>
              <a:tabLst>
                <a:tab pos="0" algn="l"/>
              </a:tabLst>
            </a:pPr>
            <a:r>
              <a:rPr lang="en-US" sz="1200" b="0" strike="noStrike" spc="-1">
                <a:solidFill>
                  <a:srgbClr val="FFFFFF"/>
                </a:solidFill>
                <a:latin typeface="TradeGothic"/>
              </a:rPr>
              <a:t>@SIH Idea submission- Template</a:t>
            </a:r>
            <a:endParaRPr lang="en-IN" sz="1200" b="0" strike="noStrike" spc="-1">
              <a:solidFill>
                <a:srgbClr val="000000"/>
              </a:solidFill>
              <a:latin typeface="Times New Roman"/>
            </a:endParaRPr>
          </a:p>
        </p:txBody>
      </p:sp>
      <p:sp>
        <p:nvSpPr>
          <p:cNvPr id="99" name="Oval 4"/>
          <p:cNvSpPr/>
          <p:nvPr/>
        </p:nvSpPr>
        <p:spPr>
          <a:xfrm>
            <a:off x="141480" y="106920"/>
            <a:ext cx="1656720" cy="804240"/>
          </a:xfrm>
          <a:prstGeom prst="ellipse">
            <a:avLst/>
          </a:prstGeom>
          <a:solidFill>
            <a:schemeClr val="lt1"/>
          </a:solidFill>
          <a:ln w="2556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r>
              <a:rPr lang="en-US" sz="1800" b="0" strike="noStrike" spc="-1">
                <a:solidFill>
                  <a:schemeClr val="dk1"/>
                </a:solidFill>
                <a:latin typeface="Calibri"/>
                <a:ea typeface="ＭＳ Ｐゴシック"/>
              </a:rPr>
              <a:t>Agri-bot Innovators</a:t>
            </a:r>
            <a:endParaRPr lang="en-IN" sz="1800" b="0" strike="noStrike" spc="-1">
              <a:solidFill>
                <a:srgbClr val="000000"/>
              </a:solidFill>
              <a:latin typeface="Arial"/>
            </a:endParaRPr>
          </a:p>
        </p:txBody>
      </p:sp>
      <p:sp>
        <p:nvSpPr>
          <p:cNvPr id="100" name="Rectangle 99"/>
          <p:cNvSpPr/>
          <p:nvPr/>
        </p:nvSpPr>
        <p:spPr>
          <a:xfrm>
            <a:off x="135360" y="3578400"/>
            <a:ext cx="11056320" cy="244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1" strike="noStrike" spc="-1">
                <a:solidFill>
                  <a:srgbClr val="000000"/>
                </a:solidFill>
                <a:latin typeface="Times New Roman"/>
                <a:ea typeface="ＭＳ Ｐゴシック"/>
              </a:rPr>
              <a:t>Potential challenges and risks </a:t>
            </a:r>
            <a:r>
              <a:rPr lang="en-US" sz="2200" b="0" strike="noStrike" spc="-1">
                <a:solidFill>
                  <a:srgbClr val="000000"/>
                </a:solidFill>
                <a:latin typeface="Times New Roman"/>
                <a:ea typeface="ＭＳ Ｐゴシック"/>
              </a:rPr>
              <a:t>:</a:t>
            </a:r>
            <a:endParaRPr lang="en-IN" sz="22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The anti-fall mechanism is designed to prevent the rover from falling into obstacles like pits, trenches, water bodies, or steep inclines, ensuring smooth navigation across the field.</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In the high temperatures of agricultural fields, the rover may overheat, but this can be effectively tackled by equipping components with heat sinks ,thermal insulation and cooling systems.</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Weather change conditions can severely affect their accuracy and durability lead to inaccurate data,which can be avoided by giving a protective Shields made of transparent, waterproof, and dust-resistant materials.</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In areas with limited internet access, allowing data to sync when connectivity is restored. This ensures farmers can still view data while in the field.</a:t>
            </a:r>
            <a:endParaRPr lang="en-IN" sz="1900" b="0" strike="noStrike" spc="-1">
              <a:solidFill>
                <a:srgbClr val="000000"/>
              </a:solidFill>
              <a:latin typeface="Arial"/>
            </a:endParaRPr>
          </a:p>
          <a:p>
            <a:pPr>
              <a:lnSpc>
                <a:spcPct val="100000"/>
              </a:lnSpc>
            </a:pPr>
            <a:endParaRPr lang="en-IN" sz="2000" b="0" strike="noStrike" spc="-1">
              <a:solidFill>
                <a:srgbClr val="000000"/>
              </a:solidFill>
              <a:latin typeface="Arial"/>
            </a:endParaRPr>
          </a:p>
        </p:txBody>
      </p:sp>
      <p:sp>
        <p:nvSpPr>
          <p:cNvPr id="101" name="Rectangle 100"/>
          <p:cNvSpPr/>
          <p:nvPr/>
        </p:nvSpPr>
        <p:spPr>
          <a:xfrm>
            <a:off x="196200" y="840240"/>
            <a:ext cx="10476000" cy="2667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1" strike="noStrike" spc="-1">
                <a:solidFill>
                  <a:srgbClr val="000000"/>
                </a:solidFill>
                <a:latin typeface="Times New Roman"/>
                <a:ea typeface="ＭＳ Ｐゴシック"/>
              </a:rPr>
              <a:t>Analysis of the feasibility of the idea :</a:t>
            </a:r>
            <a:endParaRPr lang="en-IN" sz="22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All soil moisture sensors, weather condition analyzing sensors are ready available                                    and can be integrated with the controllers.</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Has a  simple and intuitive HMI interface for accessing real-time data on soil                              moisture,temperature, and humidity.</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There are demands for precise farming solution and for reducing water usage.</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Solar panel can be used as a sustainable resource.</a:t>
            </a:r>
            <a:endParaRPr lang="en-IN" sz="1900" b="0" strike="noStrike" spc="-1">
              <a:solidFill>
                <a:srgbClr val="000000"/>
              </a:solidFill>
              <a:latin typeface="Arial"/>
            </a:endParaRPr>
          </a:p>
          <a:p>
            <a:pPr marL="216000" indent="-216000">
              <a:lnSpc>
                <a:spcPct val="100000"/>
              </a:lnSpc>
              <a:buClr>
                <a:srgbClr val="000000"/>
              </a:buClr>
              <a:buSzPct val="45000"/>
              <a:buFont typeface="Wingdings" charset="2"/>
              <a:buChar char=""/>
            </a:pPr>
            <a:r>
              <a:rPr lang="en-US" sz="1900" b="0" strike="noStrike" spc="-1">
                <a:solidFill>
                  <a:srgbClr val="000000"/>
                </a:solidFill>
                <a:latin typeface="Times New Roman"/>
                <a:ea typeface="ＭＳ Ｐゴシック"/>
              </a:rPr>
              <a:t>And this can be scaled from small-scale farmers to large scale farmers according to                             their needs, in the way to reduce water usage and labor costs, providing a good return profit.</a:t>
            </a:r>
            <a:endParaRPr lang="en-IN" sz="1900" b="0" strike="noStrike" spc="-1">
              <a:solidFill>
                <a:srgbClr val="000000"/>
              </a:solidFill>
              <a:latin typeface="Arial"/>
            </a:endParaRPr>
          </a:p>
          <a:p>
            <a:pPr>
              <a:lnSpc>
                <a:spcPct val="100000"/>
              </a:lnSpc>
            </a:pPr>
            <a:endParaRPr lang="en-IN" sz="1900" b="0" strike="noStrike" spc="-1">
              <a:solidFill>
                <a:srgbClr val="000000"/>
              </a:solidFill>
              <a:latin typeface="Arial"/>
            </a:endParaRPr>
          </a:p>
        </p:txBody>
      </p:sp>
      <p:pic>
        <p:nvPicPr>
          <p:cNvPr id="102" name="Picture 101"/>
          <p:cNvPicPr/>
          <p:nvPr/>
        </p:nvPicPr>
        <p:blipFill>
          <a:blip r:embed="rId3"/>
          <a:srcRect t="12771" b="75059"/>
          <a:stretch/>
        </p:blipFill>
        <p:spPr>
          <a:xfrm>
            <a:off x="8916840" y="1227240"/>
            <a:ext cx="3051000" cy="658800"/>
          </a:xfrm>
          <a:prstGeom prst="rect">
            <a:avLst/>
          </a:prstGeom>
          <a:ln w="0">
            <a:noFill/>
          </a:ln>
        </p:spPr>
      </p:pic>
      <p:pic>
        <p:nvPicPr>
          <p:cNvPr id="103" name="Picture 102"/>
          <p:cNvPicPr/>
          <p:nvPr/>
        </p:nvPicPr>
        <p:blipFill>
          <a:blip r:embed="rId4"/>
          <a:srcRect l="5881" b="5913"/>
          <a:stretch/>
        </p:blipFill>
        <p:spPr>
          <a:xfrm>
            <a:off x="8884800" y="2015280"/>
            <a:ext cx="1566000" cy="1173240"/>
          </a:xfrm>
          <a:prstGeom prst="rect">
            <a:avLst/>
          </a:prstGeom>
          <a:ln w="0">
            <a:noFill/>
          </a:ln>
        </p:spPr>
      </p:pic>
      <p:pic>
        <p:nvPicPr>
          <p:cNvPr id="104" name="Picture 103"/>
          <p:cNvPicPr/>
          <p:nvPr/>
        </p:nvPicPr>
        <p:blipFill>
          <a:blip r:embed="rId5"/>
          <a:stretch/>
        </p:blipFill>
        <p:spPr>
          <a:xfrm>
            <a:off x="10565280" y="2010960"/>
            <a:ext cx="1389600" cy="185364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9"/>
          <p:cNvSpPr/>
          <p:nvPr/>
        </p:nvSpPr>
        <p:spPr>
          <a:xfrm>
            <a:off x="0" y="6354720"/>
            <a:ext cx="12188880" cy="500040"/>
          </a:xfrm>
          <a:prstGeom prst="rect">
            <a:avLst/>
          </a:prstGeom>
          <a:solidFill>
            <a:srgbClr val="0070C0"/>
          </a:solidFill>
          <a:ln w="9360">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strike="noStrike" spc="-1">
              <a:solidFill>
                <a:srgbClr val="953735"/>
              </a:solidFill>
              <a:latin typeface="Calibri"/>
              <a:ea typeface="ＭＳ Ｐゴシック"/>
            </a:endParaRPr>
          </a:p>
        </p:txBody>
      </p:sp>
      <p:sp>
        <p:nvSpPr>
          <p:cNvPr id="106" name="PlaceHolder 1"/>
          <p:cNvSpPr>
            <a:spLocks noGrp="1"/>
          </p:cNvSpPr>
          <p:nvPr>
            <p:ph type="title"/>
          </p:nvPr>
        </p:nvSpPr>
        <p:spPr>
          <a:xfrm>
            <a:off x="609480" y="-47520"/>
            <a:ext cx="10969560" cy="11397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strike="noStrike" spc="-1">
                <a:solidFill>
                  <a:schemeClr val="dk1"/>
                </a:solidFill>
                <a:latin typeface="Times New Roman"/>
                <a:ea typeface="ＭＳ Ｐゴシック"/>
              </a:rPr>
              <a:t>IMPACT AND BENEFITS</a:t>
            </a:r>
            <a:endParaRPr lang="en-IN" sz="3600" b="0" strike="noStrike" spc="-1">
              <a:solidFill>
                <a:srgbClr val="000000"/>
              </a:solidFill>
              <a:latin typeface="Arial"/>
            </a:endParaRPr>
          </a:p>
        </p:txBody>
      </p:sp>
      <p:sp>
        <p:nvSpPr>
          <p:cNvPr id="107" name="PlaceHolder 2"/>
          <p:cNvSpPr>
            <a:spLocks noGrp="1"/>
          </p:cNvSpPr>
          <p:nvPr>
            <p:ph type="sldNum" idx="13"/>
          </p:nvPr>
        </p:nvSpPr>
        <p:spPr>
          <a:xfrm>
            <a:off x="8737560" y="6356520"/>
            <a:ext cx="2841480" cy="36180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rgbClr val="FFFFFF"/>
                </a:solidFill>
                <a:latin typeface="TradeGothic"/>
                <a:ea typeface="ＭＳ Ｐゴシック"/>
              </a:defRPr>
            </a:lvl1pPr>
          </a:lstStyle>
          <a:p>
            <a:pPr indent="0" algn="r" defTabSz="457200">
              <a:lnSpc>
                <a:spcPct val="100000"/>
              </a:lnSpc>
              <a:buNone/>
              <a:tabLst>
                <a:tab pos="0" algn="l"/>
              </a:tabLst>
            </a:pPr>
            <a:fld id="{24F68BEB-8CBB-4048-BFAA-FC8AECE796B0}" type="slidenum">
              <a:rPr lang="en-US" sz="1200" b="1" strike="noStrike" spc="-1">
                <a:solidFill>
                  <a:srgbClr val="FFFFFF"/>
                </a:solidFill>
                <a:latin typeface="TradeGothic"/>
                <a:ea typeface="ＭＳ Ｐゴシック"/>
              </a:rPr>
              <a:t>4</a:t>
            </a:fld>
            <a:endParaRPr lang="en-IN" sz="1200" b="0" strike="noStrike" spc="-1">
              <a:solidFill>
                <a:srgbClr val="000000"/>
              </a:solidFill>
              <a:latin typeface="Times New Roman"/>
            </a:endParaRPr>
          </a:p>
        </p:txBody>
      </p:sp>
      <p:sp>
        <p:nvSpPr>
          <p:cNvPr id="108" name="PlaceHolder 3"/>
          <p:cNvSpPr>
            <a:spLocks noGrp="1"/>
          </p:cNvSpPr>
          <p:nvPr>
            <p:ph type="ftr" idx="14"/>
          </p:nvPr>
        </p:nvSpPr>
        <p:spPr>
          <a:xfrm>
            <a:off x="4648320" y="6356520"/>
            <a:ext cx="3200760" cy="361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rgbClr val="FFFFFF"/>
                </a:solidFill>
                <a:latin typeface="TradeGothic"/>
              </a:defRPr>
            </a:lvl1pPr>
          </a:lstStyle>
          <a:p>
            <a:pPr indent="0" algn="ctr" defTabSz="457200">
              <a:lnSpc>
                <a:spcPct val="100000"/>
              </a:lnSpc>
              <a:buNone/>
              <a:tabLst>
                <a:tab pos="0" algn="l"/>
              </a:tabLst>
            </a:pPr>
            <a:r>
              <a:rPr lang="en-US" sz="1200" b="0" strike="noStrike" spc="-1">
                <a:solidFill>
                  <a:srgbClr val="FFFFFF"/>
                </a:solidFill>
                <a:latin typeface="TradeGothic"/>
              </a:rPr>
              <a:t>@SIH Idea submission- Template</a:t>
            </a:r>
            <a:endParaRPr lang="en-IN" sz="1200" b="0" strike="noStrike" spc="-1">
              <a:solidFill>
                <a:srgbClr val="000000"/>
              </a:solidFill>
              <a:latin typeface="Times New Roman"/>
            </a:endParaRPr>
          </a:p>
        </p:txBody>
      </p:sp>
      <p:sp>
        <p:nvSpPr>
          <p:cNvPr id="110" name="Oval 5"/>
          <p:cNvSpPr/>
          <p:nvPr/>
        </p:nvSpPr>
        <p:spPr>
          <a:xfrm>
            <a:off x="141480" y="106920"/>
            <a:ext cx="1656720" cy="804240"/>
          </a:xfrm>
          <a:prstGeom prst="ellipse">
            <a:avLst/>
          </a:prstGeom>
          <a:solidFill>
            <a:schemeClr val="lt1"/>
          </a:solidFill>
          <a:ln w="2556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r>
              <a:rPr lang="en-US" sz="1800" b="0" strike="noStrike" spc="-1">
                <a:solidFill>
                  <a:schemeClr val="dk1"/>
                </a:solidFill>
                <a:latin typeface="Calibri"/>
                <a:ea typeface="ＭＳ Ｐゴシック"/>
              </a:rPr>
              <a:t>Agri-bot Innovators</a:t>
            </a:r>
            <a:endParaRPr lang="en-IN" sz="1800" b="0" strike="noStrike" spc="-1">
              <a:solidFill>
                <a:srgbClr val="000000"/>
              </a:solidFill>
              <a:latin typeface="Arial"/>
            </a:endParaRPr>
          </a:p>
        </p:txBody>
      </p:sp>
      <p:sp>
        <p:nvSpPr>
          <p:cNvPr id="111" name="TextBox 110"/>
          <p:cNvSpPr txBox="1"/>
          <p:nvPr/>
        </p:nvSpPr>
        <p:spPr>
          <a:xfrm>
            <a:off x="113040" y="4249440"/>
            <a:ext cx="9869040" cy="1819800"/>
          </a:xfrm>
          <a:prstGeom prst="rect">
            <a:avLst/>
          </a:prstGeom>
          <a:noFill/>
          <a:ln w="0">
            <a:noFill/>
          </a:ln>
        </p:spPr>
        <p:txBody>
          <a:bodyPr lIns="90000" tIns="45000" rIns="90000" bIns="45000" anchor="t">
            <a:noAutofit/>
          </a:bodyPr>
          <a:lstStyle/>
          <a:p>
            <a:r>
              <a:rPr lang="en-US" sz="2200" b="1" strike="noStrike" spc="-1">
                <a:solidFill>
                  <a:srgbClr val="000000"/>
                </a:solidFill>
                <a:latin typeface="Arial"/>
                <a:ea typeface="ＭＳ Ｐゴシック"/>
              </a:rPr>
              <a:t>Benefits of the solution :</a:t>
            </a:r>
            <a:r>
              <a:rPr lang="en-US" sz="2000" b="0" strike="noStrike" spc="-1">
                <a:solidFill>
                  <a:srgbClr val="000000"/>
                </a:solidFill>
                <a:latin typeface="Arial"/>
                <a:ea typeface="ＭＳ Ｐゴシック"/>
              </a:rPr>
              <a:t> </a:t>
            </a:r>
            <a:endParaRPr lang="en-IN" sz="2000" b="0" strike="noStrike" spc="-1">
              <a:solidFill>
                <a:srgbClr val="000000"/>
              </a:solidFill>
              <a:latin typeface="Arial"/>
            </a:endParaRPr>
          </a:p>
          <a:p>
            <a:pPr marL="216000" indent="-216000">
              <a:buClr>
                <a:srgbClr val="000000"/>
              </a:buClr>
              <a:buSzPct val="45000"/>
              <a:buFont typeface="Wingdings" charset="2"/>
              <a:buChar char=""/>
            </a:pPr>
            <a:r>
              <a:rPr lang="en-US" sz="2000" b="0" strike="noStrike" spc="-1">
                <a:solidFill>
                  <a:srgbClr val="000000"/>
                </a:solidFill>
                <a:latin typeface="Arial"/>
                <a:ea typeface="ＭＳ Ｐゴシック"/>
              </a:rPr>
              <a:t>The solution provides a scalable foundation for launching a startup.</a:t>
            </a:r>
            <a:endParaRPr lang="en-IN" sz="2000" b="0" strike="noStrike" spc="-1">
              <a:solidFill>
                <a:srgbClr val="000000"/>
              </a:solidFill>
              <a:latin typeface="Arial"/>
            </a:endParaRPr>
          </a:p>
          <a:p>
            <a:pPr marL="216000" indent="-216000">
              <a:buClr>
                <a:srgbClr val="000000"/>
              </a:buClr>
              <a:buSzPct val="45000"/>
              <a:buFont typeface="Wingdings" charset="2"/>
              <a:buChar char=""/>
            </a:pPr>
            <a:r>
              <a:rPr lang="en-US" sz="2000" b="0" strike="noStrike" spc="-1">
                <a:solidFill>
                  <a:srgbClr val="000000"/>
                </a:solidFill>
                <a:latin typeface="Arial"/>
                <a:ea typeface="ＭＳ Ｐゴシック"/>
              </a:rPr>
              <a:t>This benefits all farmers from small scale to large scale agriculture to make their system autonomous and reduce water usage ,labor usage.</a:t>
            </a:r>
            <a:endParaRPr lang="en-IN" sz="2000" b="0" strike="noStrike" spc="-1">
              <a:solidFill>
                <a:srgbClr val="000000"/>
              </a:solidFill>
              <a:latin typeface="Arial"/>
            </a:endParaRPr>
          </a:p>
          <a:p>
            <a:pPr marL="216000" indent="-216000">
              <a:buClr>
                <a:srgbClr val="000000"/>
              </a:buClr>
              <a:buSzPct val="45000"/>
              <a:buFont typeface="Wingdings" charset="2"/>
              <a:buChar char=""/>
            </a:pPr>
            <a:r>
              <a:rPr lang="en-US" sz="2000" b="0" strike="noStrike" spc="-1">
                <a:solidFill>
                  <a:srgbClr val="000000"/>
                </a:solidFill>
                <a:latin typeface="Arial"/>
                <a:ea typeface="ＭＳ Ｐゴシック"/>
              </a:rPr>
              <a:t>This reduces the cost for the cultivation by reducing the water usage and labor</a:t>
            </a:r>
            <a:endParaRPr lang="en-IN" sz="2000" b="0" strike="noStrike" spc="-1">
              <a:solidFill>
                <a:srgbClr val="000000"/>
              </a:solidFill>
              <a:latin typeface="Arial"/>
            </a:endParaRPr>
          </a:p>
          <a:p>
            <a:pPr marL="216000" indent="-216000">
              <a:buClr>
                <a:srgbClr val="000000"/>
              </a:buClr>
              <a:buSzPct val="45000"/>
              <a:buFont typeface="Wingdings" charset="2"/>
              <a:buChar char=""/>
            </a:pPr>
            <a:r>
              <a:rPr lang="en-US" sz="2000" b="0" strike="noStrike" spc="-1">
                <a:solidFill>
                  <a:srgbClr val="000000"/>
                </a:solidFill>
                <a:latin typeface="Arial"/>
                <a:ea typeface="ＭＳ Ｐゴシック"/>
              </a:rPr>
              <a:t>Provide more crop yeild inverse good profit rate.</a:t>
            </a:r>
            <a:endParaRPr lang="en-IN" sz="2000" b="0" strike="noStrike" spc="-1">
              <a:solidFill>
                <a:srgbClr val="000000"/>
              </a:solidFill>
              <a:latin typeface="Arial"/>
            </a:endParaRPr>
          </a:p>
        </p:txBody>
      </p:sp>
      <p:sp>
        <p:nvSpPr>
          <p:cNvPr id="112" name="TextBox 111"/>
          <p:cNvSpPr txBox="1"/>
          <p:nvPr/>
        </p:nvSpPr>
        <p:spPr>
          <a:xfrm>
            <a:off x="47880" y="935280"/>
            <a:ext cx="10429920" cy="3577680"/>
          </a:xfrm>
          <a:prstGeom prst="rect">
            <a:avLst/>
          </a:prstGeom>
          <a:noFill/>
          <a:ln w="0">
            <a:noFill/>
          </a:ln>
        </p:spPr>
        <p:txBody>
          <a:bodyPr lIns="90000" tIns="45000" rIns="90000" bIns="45000" anchor="t">
            <a:noAutofit/>
          </a:bodyPr>
          <a:lstStyle/>
          <a:p>
            <a:r>
              <a:rPr lang="en-US" sz="2200" b="1" strike="noStrike" spc="-1">
                <a:solidFill>
                  <a:srgbClr val="000000"/>
                </a:solidFill>
                <a:latin typeface="Arial"/>
                <a:ea typeface="ＭＳ Ｐゴシック"/>
              </a:rPr>
              <a:t>Potential impact on the target audience :</a:t>
            </a:r>
            <a:endParaRPr lang="en-IN" sz="2200" b="0" strike="noStrike" spc="-1">
              <a:solidFill>
                <a:srgbClr val="000000"/>
              </a:solidFill>
              <a:latin typeface="Arial"/>
            </a:endParaRPr>
          </a:p>
          <a:p>
            <a:pPr marL="216000" indent="-216000">
              <a:buClr>
                <a:srgbClr val="000000"/>
              </a:buClr>
              <a:buSzPct val="45000"/>
              <a:buFont typeface="Wingdings" charset="2"/>
              <a:buChar char=""/>
            </a:pPr>
            <a:r>
              <a:rPr lang="en-US" sz="2000" b="0" strike="noStrike" spc="-1">
                <a:solidFill>
                  <a:srgbClr val="000000"/>
                </a:solidFill>
                <a:latin typeface="Arial"/>
                <a:ea typeface="ＭＳ Ｐゴシック"/>
              </a:rPr>
              <a:t>This is a cost efficient product to invest on which gives effectively select only the features they need.</a:t>
            </a:r>
            <a:endParaRPr lang="en-IN" sz="2000" b="0" strike="noStrike" spc="-1">
              <a:solidFill>
                <a:srgbClr val="000000"/>
              </a:solidFill>
              <a:latin typeface="Arial"/>
            </a:endParaRPr>
          </a:p>
          <a:p>
            <a:pPr marL="216000" indent="-216000">
              <a:buClr>
                <a:srgbClr val="000000"/>
              </a:buClr>
              <a:buSzPct val="45000"/>
              <a:buFont typeface="Wingdings" charset="2"/>
              <a:buChar char=""/>
            </a:pPr>
            <a:r>
              <a:rPr lang="en-US" sz="2000" b="0" strike="noStrike" spc="-1">
                <a:solidFill>
                  <a:srgbClr val="000000"/>
                </a:solidFill>
                <a:latin typeface="Arial"/>
                <a:ea typeface="ＭＳ Ｐゴシック"/>
              </a:rPr>
              <a:t>The system provides farmers with data-driven insights into their farming practices, empowering them to make more informed decisions like moisture level, weather conditions,mapping, plant monitoring.</a:t>
            </a:r>
            <a:endParaRPr lang="en-IN" sz="2000" b="0" strike="noStrike" spc="-1">
              <a:solidFill>
                <a:srgbClr val="000000"/>
              </a:solidFill>
              <a:latin typeface="Arial"/>
            </a:endParaRPr>
          </a:p>
          <a:p>
            <a:pPr marL="216000" indent="-216000" algn="just" defTabSz="457200">
              <a:lnSpc>
                <a:spcPct val="100000"/>
              </a:lnSpc>
              <a:buClr>
                <a:srgbClr val="000000"/>
              </a:buClr>
              <a:buSzPct val="45000"/>
              <a:buFont typeface="Wingdings" charset="2"/>
              <a:buChar char=""/>
            </a:pPr>
            <a:r>
              <a:rPr lang="en-US" sz="2000" b="0" strike="noStrike" spc="-1">
                <a:solidFill>
                  <a:srgbClr val="000000"/>
                </a:solidFill>
                <a:latin typeface="Arial"/>
                <a:ea typeface="ＭＳ Ｐゴシック"/>
              </a:rPr>
              <a:t>By covering the major tasks, some tasks needed by the owner can be performed           by the labors.</a:t>
            </a:r>
            <a:endParaRPr lang="en-IN" sz="2000" b="0" strike="noStrike" spc="-1">
              <a:solidFill>
                <a:srgbClr val="000000"/>
              </a:solidFill>
              <a:latin typeface="Arial"/>
            </a:endParaRPr>
          </a:p>
          <a:p>
            <a:pPr marL="216000" indent="-216000" algn="just" defTabSz="457200">
              <a:lnSpc>
                <a:spcPct val="100000"/>
              </a:lnSpc>
              <a:buClr>
                <a:srgbClr val="000000"/>
              </a:buClr>
              <a:buSzPct val="45000"/>
              <a:buFont typeface="Wingdings" charset="2"/>
              <a:buChar char=""/>
            </a:pPr>
            <a:r>
              <a:rPr lang="en-US" sz="2000" b="0" strike="noStrike" spc="-1">
                <a:solidFill>
                  <a:srgbClr val="000000"/>
                </a:solidFill>
                <a:latin typeface="Arial"/>
                <a:ea typeface="ＭＳ Ｐゴシック"/>
              </a:rPr>
              <a:t>Reduce damaging of crops and wastage of water, chemical,and pesticides used.</a:t>
            </a:r>
            <a:endParaRPr lang="en-IN" sz="2000" b="0" strike="noStrike" spc="-1">
              <a:solidFill>
                <a:srgbClr val="000000"/>
              </a:solidFill>
              <a:latin typeface="Arial"/>
            </a:endParaRPr>
          </a:p>
          <a:p>
            <a:pPr marL="216000" indent="-216000" algn="just" defTabSz="457200">
              <a:lnSpc>
                <a:spcPct val="100000"/>
              </a:lnSpc>
              <a:buClr>
                <a:srgbClr val="000000"/>
              </a:buClr>
              <a:buSzPct val="45000"/>
              <a:buFont typeface="Wingdings" charset="2"/>
              <a:buChar char=""/>
            </a:pPr>
            <a:r>
              <a:rPr lang="en-US" sz="2000" b="0" strike="noStrike" spc="-1">
                <a:solidFill>
                  <a:srgbClr val="000000"/>
                </a:solidFill>
                <a:latin typeface="Arial"/>
                <a:ea typeface="ＭＳ Ｐゴシック"/>
              </a:rPr>
              <a:t>Reduce physical burden of doing all the tasks like irrigating, seed sowing, ploughing           and pesticide spraying.</a:t>
            </a:r>
            <a:r>
              <a:rPr lang="en-US" sz="2200" b="1" strike="noStrike" spc="-1">
                <a:solidFill>
                  <a:srgbClr val="000000"/>
                </a:solidFill>
                <a:latin typeface="Arial"/>
                <a:ea typeface="ＭＳ Ｐゴシック"/>
              </a:rPr>
              <a:t> </a:t>
            </a:r>
            <a:endParaRPr lang="en-IN" sz="2200" b="0" strike="noStrike" spc="-1">
              <a:solidFill>
                <a:srgbClr val="000000"/>
              </a:solidFill>
              <a:latin typeface="Arial"/>
            </a:endParaRPr>
          </a:p>
          <a:p>
            <a:endParaRPr lang="en-IN" sz="2200" b="0" strike="noStrike" spc="-1">
              <a:solidFill>
                <a:srgbClr val="000000"/>
              </a:solidFill>
              <a:latin typeface="Arial"/>
            </a:endParaRPr>
          </a:p>
        </p:txBody>
      </p:sp>
      <p:pic>
        <p:nvPicPr>
          <p:cNvPr id="113" name="Picture 112"/>
          <p:cNvPicPr/>
          <p:nvPr/>
        </p:nvPicPr>
        <p:blipFill>
          <a:blip r:embed="rId3"/>
          <a:stretch/>
        </p:blipFill>
        <p:spPr>
          <a:xfrm>
            <a:off x="9938160" y="1761840"/>
            <a:ext cx="1922400" cy="1849680"/>
          </a:xfrm>
          <a:prstGeom prst="rect">
            <a:avLst/>
          </a:prstGeom>
          <a:ln w="0">
            <a:noFill/>
          </a:ln>
        </p:spPr>
      </p:pic>
      <p:pic>
        <p:nvPicPr>
          <p:cNvPr id="114" name="Picture 113"/>
          <p:cNvPicPr/>
          <p:nvPr/>
        </p:nvPicPr>
        <p:blipFill>
          <a:blip r:embed="rId4"/>
          <a:stretch/>
        </p:blipFill>
        <p:spPr>
          <a:xfrm>
            <a:off x="9851040" y="3990960"/>
            <a:ext cx="1880280" cy="223992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tangle 2"/>
          <p:cNvSpPr/>
          <p:nvPr/>
        </p:nvSpPr>
        <p:spPr>
          <a:xfrm>
            <a:off x="0" y="6354720"/>
            <a:ext cx="12188880" cy="500040"/>
          </a:xfrm>
          <a:prstGeom prst="rect">
            <a:avLst/>
          </a:prstGeom>
          <a:solidFill>
            <a:srgbClr val="0070C0"/>
          </a:solidFill>
          <a:ln w="9360">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strike="noStrike" spc="-1">
              <a:solidFill>
                <a:srgbClr val="953735"/>
              </a:solidFill>
              <a:latin typeface="Calibri"/>
              <a:ea typeface="ＭＳ Ｐゴシック"/>
            </a:endParaRPr>
          </a:p>
        </p:txBody>
      </p:sp>
      <p:sp>
        <p:nvSpPr>
          <p:cNvPr id="116" name="PlaceHolder 1"/>
          <p:cNvSpPr>
            <a:spLocks noGrp="1"/>
          </p:cNvSpPr>
          <p:nvPr>
            <p:ph type="title"/>
          </p:nvPr>
        </p:nvSpPr>
        <p:spPr>
          <a:xfrm>
            <a:off x="609480" y="-47520"/>
            <a:ext cx="10969560" cy="11397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strike="noStrike" spc="-1">
                <a:solidFill>
                  <a:schemeClr val="dk1"/>
                </a:solidFill>
                <a:latin typeface="Times New Roman"/>
                <a:ea typeface="ＭＳ Ｐゴシック"/>
              </a:rPr>
              <a:t>RESEARCH  AND REFERENCES</a:t>
            </a:r>
            <a:endParaRPr lang="en-IN" sz="3600" b="0" strike="noStrike" spc="-1">
              <a:solidFill>
                <a:srgbClr val="000000"/>
              </a:solidFill>
              <a:latin typeface="Arial"/>
            </a:endParaRPr>
          </a:p>
        </p:txBody>
      </p:sp>
      <p:sp>
        <p:nvSpPr>
          <p:cNvPr id="117" name="PlaceHolder 2"/>
          <p:cNvSpPr>
            <a:spLocks noGrp="1"/>
          </p:cNvSpPr>
          <p:nvPr>
            <p:ph type="sldNum" idx="15"/>
          </p:nvPr>
        </p:nvSpPr>
        <p:spPr>
          <a:xfrm>
            <a:off x="8737560" y="6356520"/>
            <a:ext cx="2841480" cy="36180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rgbClr val="FFFFFF"/>
                </a:solidFill>
                <a:latin typeface="TradeGothic"/>
                <a:ea typeface="ＭＳ Ｐゴシック"/>
              </a:defRPr>
            </a:lvl1pPr>
          </a:lstStyle>
          <a:p>
            <a:pPr indent="0" algn="r" defTabSz="457200">
              <a:lnSpc>
                <a:spcPct val="100000"/>
              </a:lnSpc>
              <a:buNone/>
              <a:tabLst>
                <a:tab pos="0" algn="l"/>
              </a:tabLst>
            </a:pPr>
            <a:fld id="{C592C0C2-D46C-40AA-91EE-D9E754104B7B}" type="slidenum">
              <a:rPr lang="en-US" sz="1200" b="1" strike="noStrike" spc="-1">
                <a:solidFill>
                  <a:srgbClr val="FFFFFF"/>
                </a:solidFill>
                <a:latin typeface="TradeGothic"/>
                <a:ea typeface="ＭＳ Ｐゴシック"/>
              </a:rPr>
              <a:t>5</a:t>
            </a:fld>
            <a:endParaRPr lang="en-IN" sz="1200" b="0" strike="noStrike" spc="-1">
              <a:solidFill>
                <a:srgbClr val="000000"/>
              </a:solidFill>
              <a:latin typeface="Times New Roman"/>
            </a:endParaRPr>
          </a:p>
        </p:txBody>
      </p:sp>
      <p:sp>
        <p:nvSpPr>
          <p:cNvPr id="118" name="PlaceHolder 3"/>
          <p:cNvSpPr>
            <a:spLocks noGrp="1"/>
          </p:cNvSpPr>
          <p:nvPr>
            <p:ph type="ftr" idx="16"/>
          </p:nvPr>
        </p:nvSpPr>
        <p:spPr>
          <a:xfrm>
            <a:off x="4648320" y="6356520"/>
            <a:ext cx="3200760" cy="361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rgbClr val="FFFFFF"/>
                </a:solidFill>
                <a:latin typeface="TradeGothic"/>
              </a:defRPr>
            </a:lvl1pPr>
          </a:lstStyle>
          <a:p>
            <a:pPr indent="0" algn="ctr" defTabSz="457200">
              <a:lnSpc>
                <a:spcPct val="100000"/>
              </a:lnSpc>
              <a:buNone/>
              <a:tabLst>
                <a:tab pos="0" algn="l"/>
              </a:tabLst>
            </a:pPr>
            <a:r>
              <a:rPr lang="en-US" sz="1200" b="0" strike="noStrike" spc="-1">
                <a:solidFill>
                  <a:srgbClr val="FFFFFF"/>
                </a:solidFill>
                <a:latin typeface="TradeGothic"/>
              </a:rPr>
              <a:t>@SIH Idea submission- Template</a:t>
            </a:r>
            <a:endParaRPr lang="en-IN" sz="1200" b="0" strike="noStrike" spc="-1">
              <a:solidFill>
                <a:srgbClr val="000000"/>
              </a:solidFill>
              <a:latin typeface="Times New Roman"/>
            </a:endParaRPr>
          </a:p>
        </p:txBody>
      </p:sp>
      <p:sp>
        <p:nvSpPr>
          <p:cNvPr id="120" name="Rectangle 119"/>
          <p:cNvSpPr/>
          <p:nvPr/>
        </p:nvSpPr>
        <p:spPr>
          <a:xfrm>
            <a:off x="468000" y="1008000"/>
            <a:ext cx="11157480" cy="4317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Ranjan, S.; Sow, S. Drip Irrigation System for Sustainable Agriculture. Agric. Food 2020, 2, 67–69.</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Mangi, N. Performance and evaluation of drip irrigation system, and its future advantages. Sch. Rep. 2020, 4, 27–41.</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Prachi Kamble, Yogendra Parihar, "Smart plant monitoring system," International Journal of Emerging Technologies and Innovative Research (JETIR), vol. 1, no. 2, 2003.</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“Command Based Self-Guided Digging and Seed Sowing Rover," in Proceedings of the International Conference on Emerging Trends in Science and Humanities (ICETSH), 2015.</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J. K. S. Lokanadam, S. Ganesh, M. N. Raate, and N. T. N. Pavan, "Precision Agriculture Robot for Seeding Function and Leaf Disease Detection," International Journal of Recent Trends in Engineering &amp; Research (IJRTER), vol. 4, no. 6, pp. 50-55, 2018.</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P. Rajesh Kanna and R. Vikram, "Agricultural Robot – A pesticide spraying device," in Proceedings of the International Conference on Machine Vision (ICMV), 2019.</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X. Zhao, “The main application of intelligent robot in the field of agriculture automation”, Chinese Agricultural Science Bulletin,</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vol. 26, no. 10, pp. 360-364, 2010. </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Akash Patil, Shashank Pathmudi, and Gaurav Patil, "Plant Monitoring System," Journal of Future Technologies and Research (JFTR), vol. 2, no. 1, pp. 12-18, 2020.</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S. I. Cho and N. H. Ki, "Autonomous speed sprayer guidance using machine vision and fuzzy logic," Transactions of the ASAE, vol. 42, no. 4, pp. 1137-1143, 1999.</a:t>
            </a:r>
            <a:endParaRPr lang="en-IN" sz="1600" b="0" strike="noStrike" spc="-1">
              <a:solidFill>
                <a:srgbClr val="000000"/>
              </a:solidFill>
              <a:latin typeface="Arial"/>
            </a:endParaRPr>
          </a:p>
          <a:p>
            <a:pPr marL="216000" indent="-216000">
              <a:lnSpc>
                <a:spcPct val="100000"/>
              </a:lnSpc>
              <a:buClr>
                <a:srgbClr val="000000"/>
              </a:buClr>
              <a:buFont typeface="OpenSymbol"/>
              <a:buAutoNum type="arabicPlain"/>
            </a:pPr>
            <a:r>
              <a:rPr lang="en-US" sz="1600" b="0" strike="noStrike" spc="-1">
                <a:solidFill>
                  <a:schemeClr val="dk1"/>
                </a:solidFill>
                <a:latin typeface="Times New Roman"/>
                <a:ea typeface="ＭＳ Ｐゴシック"/>
              </a:rPr>
              <a:t> Carvalho, J. P., Silva, M. F., &amp; Rocha, S. (2023). Advances in robotic systems for automated planting and harvesting. Journal</a:t>
            </a:r>
            <a:endParaRPr lang="en-IN" sz="1600" b="0" strike="noStrike" spc="-1">
              <a:solidFill>
                <a:srgbClr val="000000"/>
              </a:solidFill>
              <a:latin typeface="Arial"/>
            </a:endParaRPr>
          </a:p>
          <a:p>
            <a:pPr>
              <a:lnSpc>
                <a:spcPct val="100000"/>
              </a:lnSpc>
            </a:pPr>
            <a:r>
              <a:rPr lang="en-US" sz="1600" b="0" strike="noStrike" spc="-1">
                <a:solidFill>
                  <a:schemeClr val="dk1"/>
                </a:solidFill>
                <a:latin typeface="Times New Roman"/>
                <a:ea typeface="ＭＳ Ｐゴシック"/>
              </a:rPr>
              <a:t>of Agricultural Engineering Research, 31(2), 215-228</a:t>
            </a:r>
            <a:endParaRPr lang="en-IN" sz="1600" b="0" strike="noStrike" spc="-1">
              <a:solidFill>
                <a:srgbClr val="000000"/>
              </a:solidFill>
              <a:latin typeface="Arial"/>
            </a:endParaRPr>
          </a:p>
        </p:txBody>
      </p:sp>
      <p:sp>
        <p:nvSpPr>
          <p:cNvPr id="121" name="Oval 6"/>
          <p:cNvSpPr/>
          <p:nvPr/>
        </p:nvSpPr>
        <p:spPr>
          <a:xfrm>
            <a:off x="141480" y="106920"/>
            <a:ext cx="1656720" cy="804240"/>
          </a:xfrm>
          <a:prstGeom prst="ellipse">
            <a:avLst/>
          </a:prstGeom>
          <a:solidFill>
            <a:schemeClr val="lt1"/>
          </a:solidFill>
          <a:ln w="2556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r>
              <a:rPr lang="en-US" sz="1800" b="0" strike="noStrike" spc="-1">
                <a:solidFill>
                  <a:schemeClr val="dk1"/>
                </a:solidFill>
                <a:latin typeface="Calibri"/>
                <a:ea typeface="ＭＳ Ｐゴシック"/>
              </a:rPr>
              <a:t>Agri-bot Innovators</a:t>
            </a:r>
            <a:endParaRPr lang="en-IN" sz="18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8362</TotalTime>
  <Words>1130</Words>
  <Application>Microsoft Office PowerPoint</Application>
  <PresentationFormat>Widescreen</PresentationFormat>
  <Paragraphs>119</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Calibri</vt:lpstr>
      <vt:lpstr>OpenSymbol</vt:lpstr>
      <vt:lpstr>Symbol</vt:lpstr>
      <vt:lpstr>Times New Roman</vt:lpstr>
      <vt:lpstr>TradeGothic</vt:lpstr>
      <vt:lpstr>Wingdings</vt:lpstr>
      <vt:lpstr>Office Theme</vt:lpstr>
      <vt:lpstr>Smart Irrigation System for Precision Farming</vt:lpstr>
      <vt:lpstr>TECHNICAL APPROACH</vt:lpstr>
      <vt:lpstr>FEASIBILITY AND VIABILITY</vt:lpstr>
      <vt:lpstr>IMPACT AND BENEFITS</vt:lpstr>
      <vt:lpstr>RESEARCH  AND REFERENCES</vt:lpstr>
    </vt:vector>
  </TitlesOfParts>
  <Company>Crowdfunder,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dc:description/>
  <cp:lastModifiedBy>SELVARAJ M</cp:lastModifiedBy>
  <cp:revision>159</cp:revision>
  <dcterms:created xsi:type="dcterms:W3CDTF">2013-12-12T18:46:50Z</dcterms:created>
  <dcterms:modified xsi:type="dcterms:W3CDTF">2026-06-06T12:50:35Z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6</vt:r8>
  </property>
  <property fmtid="{D5CDD505-2E9C-101B-9397-08002B2CF9AE}" pid="3" name="PresentationFormat">
    <vt:lpwstr>Widescreen</vt:lpwstr>
  </property>
  <property fmtid="{D5CDD505-2E9C-101B-9397-08002B2CF9AE}" pid="4" name="Slides">
    <vt:r8>7</vt:r8>
  </property>
</Properties>
</file>